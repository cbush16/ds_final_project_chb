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FAEF45-CD5D-479D-A4BE-E1F95EC54BC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601798C-D59C-4B07-9ECE-FB8E5925930C}">
      <dgm:prSet/>
      <dgm:spPr/>
      <dgm:t>
        <a:bodyPr/>
        <a:lstStyle/>
        <a:p>
          <a:r>
            <a:rPr lang="en-US"/>
            <a:t>Carp were introduced in the 1970’s</a:t>
          </a:r>
        </a:p>
      </dgm:t>
    </dgm:pt>
    <dgm:pt modelId="{61D54EA6-F623-44BF-8437-BE914387EB64}" type="parTrans" cxnId="{0F8F99AF-03AE-42EE-88CC-6E14665172F1}">
      <dgm:prSet/>
      <dgm:spPr/>
      <dgm:t>
        <a:bodyPr/>
        <a:lstStyle/>
        <a:p>
          <a:endParaRPr lang="en-US"/>
        </a:p>
      </dgm:t>
    </dgm:pt>
    <dgm:pt modelId="{851745F2-8024-4C0B-B1E4-559AC90E132D}" type="sibTrans" cxnId="{0F8F99AF-03AE-42EE-88CC-6E14665172F1}">
      <dgm:prSet/>
      <dgm:spPr/>
      <dgm:t>
        <a:bodyPr/>
        <a:lstStyle/>
        <a:p>
          <a:endParaRPr lang="en-US"/>
        </a:p>
      </dgm:t>
    </dgm:pt>
    <dgm:pt modelId="{945F3429-F55F-4B40-872F-E4068D84FEFB}">
      <dgm:prSet/>
      <dgm:spPr/>
      <dgm:t>
        <a:bodyPr/>
        <a:lstStyle/>
        <a:p>
          <a:r>
            <a:rPr lang="en-US"/>
            <a:t>Outcompete native fish</a:t>
          </a:r>
        </a:p>
      </dgm:t>
    </dgm:pt>
    <dgm:pt modelId="{4333A9BB-D2B7-439A-8B08-FF6ED4968413}" type="parTrans" cxnId="{FFEFC9D4-1F03-451B-B8EE-51DDEC0B7588}">
      <dgm:prSet/>
      <dgm:spPr/>
      <dgm:t>
        <a:bodyPr/>
        <a:lstStyle/>
        <a:p>
          <a:endParaRPr lang="en-US"/>
        </a:p>
      </dgm:t>
    </dgm:pt>
    <dgm:pt modelId="{DE09B3B4-0A67-49D1-9B8C-2ADFAFEF8CEA}" type="sibTrans" cxnId="{FFEFC9D4-1F03-451B-B8EE-51DDEC0B7588}">
      <dgm:prSet/>
      <dgm:spPr/>
      <dgm:t>
        <a:bodyPr/>
        <a:lstStyle/>
        <a:p>
          <a:endParaRPr lang="en-US"/>
        </a:p>
      </dgm:t>
    </dgm:pt>
    <dgm:pt modelId="{5A20C087-BC69-4E8B-A265-76B2A6FE46D7}">
      <dgm:prSet/>
      <dgm:spPr/>
      <dgm:t>
        <a:bodyPr/>
        <a:lstStyle/>
        <a:p>
          <a:r>
            <a:rPr lang="en-US"/>
            <a:t>Degrades habitats</a:t>
          </a:r>
        </a:p>
      </dgm:t>
    </dgm:pt>
    <dgm:pt modelId="{B6FB85D5-3512-4A68-99BE-500CE312A02F}" type="parTrans" cxnId="{04A0E748-72BE-4D7B-A49D-0847AF7B0ADB}">
      <dgm:prSet/>
      <dgm:spPr/>
      <dgm:t>
        <a:bodyPr/>
        <a:lstStyle/>
        <a:p>
          <a:endParaRPr lang="en-US"/>
        </a:p>
      </dgm:t>
    </dgm:pt>
    <dgm:pt modelId="{A9F8616F-AA8B-415C-B9D5-6CD8C0A36F2C}" type="sibTrans" cxnId="{04A0E748-72BE-4D7B-A49D-0847AF7B0ADB}">
      <dgm:prSet/>
      <dgm:spPr/>
      <dgm:t>
        <a:bodyPr/>
        <a:lstStyle/>
        <a:p>
          <a:endParaRPr lang="en-US"/>
        </a:p>
      </dgm:t>
    </dgm:pt>
    <dgm:pt modelId="{FB2716F0-6129-416C-B075-059B53760F88}">
      <dgm:prSet/>
      <dgm:spPr/>
      <dgm:t>
        <a:bodyPr/>
        <a:lstStyle/>
        <a:p>
          <a:r>
            <a:rPr lang="en-US"/>
            <a:t>Use the Mississippi as a highway for expansion</a:t>
          </a:r>
        </a:p>
      </dgm:t>
    </dgm:pt>
    <dgm:pt modelId="{B804C933-3793-4413-BF31-5154158AFDCF}" type="parTrans" cxnId="{B6FE8E6C-5121-48DC-93F3-8614347C2D07}">
      <dgm:prSet/>
      <dgm:spPr/>
      <dgm:t>
        <a:bodyPr/>
        <a:lstStyle/>
        <a:p>
          <a:endParaRPr lang="en-US"/>
        </a:p>
      </dgm:t>
    </dgm:pt>
    <dgm:pt modelId="{07BD8C48-28C4-4A40-9590-A5AE32F8C31C}" type="sibTrans" cxnId="{B6FE8E6C-5121-48DC-93F3-8614347C2D07}">
      <dgm:prSet/>
      <dgm:spPr/>
      <dgm:t>
        <a:bodyPr/>
        <a:lstStyle/>
        <a:p>
          <a:endParaRPr lang="en-US"/>
        </a:p>
      </dgm:t>
    </dgm:pt>
    <dgm:pt modelId="{9209F02F-DE74-4E78-996B-1A1A98014F30}" type="pres">
      <dgm:prSet presAssocID="{35FAEF45-CD5D-479D-A4BE-E1F95EC54BC6}" presName="linear" presStyleCnt="0">
        <dgm:presLayoutVars>
          <dgm:animLvl val="lvl"/>
          <dgm:resizeHandles val="exact"/>
        </dgm:presLayoutVars>
      </dgm:prSet>
      <dgm:spPr/>
    </dgm:pt>
    <dgm:pt modelId="{704347F6-60C3-4F3E-A959-362810E5684F}" type="pres">
      <dgm:prSet presAssocID="{B601798C-D59C-4B07-9ECE-FB8E5925930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C2BDD65-F1DC-48AC-9367-4E695B891577}" type="pres">
      <dgm:prSet presAssocID="{851745F2-8024-4C0B-B1E4-559AC90E132D}" presName="spacer" presStyleCnt="0"/>
      <dgm:spPr/>
    </dgm:pt>
    <dgm:pt modelId="{6D346BC5-B72B-4D70-8DA5-8D6225ED2A1E}" type="pres">
      <dgm:prSet presAssocID="{945F3429-F55F-4B40-872F-E4068D84FEF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4E8D6D8-073C-45C8-851A-CA43EA092B4F}" type="pres">
      <dgm:prSet presAssocID="{DE09B3B4-0A67-49D1-9B8C-2ADFAFEF8CEA}" presName="spacer" presStyleCnt="0"/>
      <dgm:spPr/>
    </dgm:pt>
    <dgm:pt modelId="{91EE3319-5E9C-451F-ACF0-F3755A6F9434}" type="pres">
      <dgm:prSet presAssocID="{5A20C087-BC69-4E8B-A265-76B2A6FE46D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D2B3D93-3389-4767-9FDD-BE5189E1D493}" type="pres">
      <dgm:prSet presAssocID="{A9F8616F-AA8B-415C-B9D5-6CD8C0A36F2C}" presName="spacer" presStyleCnt="0"/>
      <dgm:spPr/>
    </dgm:pt>
    <dgm:pt modelId="{9C27F8CA-7FCF-4EF1-80C3-C7644B740B9D}" type="pres">
      <dgm:prSet presAssocID="{FB2716F0-6129-416C-B075-059B53760F8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FFCC907-B9B9-48CF-9CF9-9E051BE44F40}" type="presOf" srcId="{B601798C-D59C-4B07-9ECE-FB8E5925930C}" destId="{704347F6-60C3-4F3E-A959-362810E5684F}" srcOrd="0" destOrd="0" presId="urn:microsoft.com/office/officeart/2005/8/layout/vList2"/>
    <dgm:cxn modelId="{D52A3820-D285-40E2-963B-D423D037BBE9}" type="presOf" srcId="{35FAEF45-CD5D-479D-A4BE-E1F95EC54BC6}" destId="{9209F02F-DE74-4E78-996B-1A1A98014F30}" srcOrd="0" destOrd="0" presId="urn:microsoft.com/office/officeart/2005/8/layout/vList2"/>
    <dgm:cxn modelId="{45C6B936-8D78-4B98-A852-FEC19A709076}" type="presOf" srcId="{5A20C087-BC69-4E8B-A265-76B2A6FE46D7}" destId="{91EE3319-5E9C-451F-ACF0-F3755A6F9434}" srcOrd="0" destOrd="0" presId="urn:microsoft.com/office/officeart/2005/8/layout/vList2"/>
    <dgm:cxn modelId="{04A0E748-72BE-4D7B-A49D-0847AF7B0ADB}" srcId="{35FAEF45-CD5D-479D-A4BE-E1F95EC54BC6}" destId="{5A20C087-BC69-4E8B-A265-76B2A6FE46D7}" srcOrd="2" destOrd="0" parTransId="{B6FB85D5-3512-4A68-99BE-500CE312A02F}" sibTransId="{A9F8616F-AA8B-415C-B9D5-6CD8C0A36F2C}"/>
    <dgm:cxn modelId="{B6FE8E6C-5121-48DC-93F3-8614347C2D07}" srcId="{35FAEF45-CD5D-479D-A4BE-E1F95EC54BC6}" destId="{FB2716F0-6129-416C-B075-059B53760F88}" srcOrd="3" destOrd="0" parTransId="{B804C933-3793-4413-BF31-5154158AFDCF}" sibTransId="{07BD8C48-28C4-4A40-9590-A5AE32F8C31C}"/>
    <dgm:cxn modelId="{51DEF79F-7A38-4086-B656-6E66C9592351}" type="presOf" srcId="{945F3429-F55F-4B40-872F-E4068D84FEFB}" destId="{6D346BC5-B72B-4D70-8DA5-8D6225ED2A1E}" srcOrd="0" destOrd="0" presId="urn:microsoft.com/office/officeart/2005/8/layout/vList2"/>
    <dgm:cxn modelId="{0F8F99AF-03AE-42EE-88CC-6E14665172F1}" srcId="{35FAEF45-CD5D-479D-A4BE-E1F95EC54BC6}" destId="{B601798C-D59C-4B07-9ECE-FB8E5925930C}" srcOrd="0" destOrd="0" parTransId="{61D54EA6-F623-44BF-8437-BE914387EB64}" sibTransId="{851745F2-8024-4C0B-B1E4-559AC90E132D}"/>
    <dgm:cxn modelId="{F1514CBC-2D7D-444C-BB30-C9CF965CDA84}" type="presOf" srcId="{FB2716F0-6129-416C-B075-059B53760F88}" destId="{9C27F8CA-7FCF-4EF1-80C3-C7644B740B9D}" srcOrd="0" destOrd="0" presId="urn:microsoft.com/office/officeart/2005/8/layout/vList2"/>
    <dgm:cxn modelId="{FFEFC9D4-1F03-451B-B8EE-51DDEC0B7588}" srcId="{35FAEF45-CD5D-479D-A4BE-E1F95EC54BC6}" destId="{945F3429-F55F-4B40-872F-E4068D84FEFB}" srcOrd="1" destOrd="0" parTransId="{4333A9BB-D2B7-439A-8B08-FF6ED4968413}" sibTransId="{DE09B3B4-0A67-49D1-9B8C-2ADFAFEF8CEA}"/>
    <dgm:cxn modelId="{D9D8EC9F-6E00-42BF-80F4-799CB1D52192}" type="presParOf" srcId="{9209F02F-DE74-4E78-996B-1A1A98014F30}" destId="{704347F6-60C3-4F3E-A959-362810E5684F}" srcOrd="0" destOrd="0" presId="urn:microsoft.com/office/officeart/2005/8/layout/vList2"/>
    <dgm:cxn modelId="{71B407A4-E6CB-459E-9E92-4191940CFF24}" type="presParOf" srcId="{9209F02F-DE74-4E78-996B-1A1A98014F30}" destId="{DC2BDD65-F1DC-48AC-9367-4E695B891577}" srcOrd="1" destOrd="0" presId="urn:microsoft.com/office/officeart/2005/8/layout/vList2"/>
    <dgm:cxn modelId="{3643665F-1982-4BA7-8103-9A751A0D1364}" type="presParOf" srcId="{9209F02F-DE74-4E78-996B-1A1A98014F30}" destId="{6D346BC5-B72B-4D70-8DA5-8D6225ED2A1E}" srcOrd="2" destOrd="0" presId="urn:microsoft.com/office/officeart/2005/8/layout/vList2"/>
    <dgm:cxn modelId="{018ACDA9-C410-4D34-B233-ABAE7E30E10C}" type="presParOf" srcId="{9209F02F-DE74-4E78-996B-1A1A98014F30}" destId="{A4E8D6D8-073C-45C8-851A-CA43EA092B4F}" srcOrd="3" destOrd="0" presId="urn:microsoft.com/office/officeart/2005/8/layout/vList2"/>
    <dgm:cxn modelId="{64372F4A-4889-4D8C-AD4D-07A834EA8507}" type="presParOf" srcId="{9209F02F-DE74-4E78-996B-1A1A98014F30}" destId="{91EE3319-5E9C-451F-ACF0-F3755A6F9434}" srcOrd="4" destOrd="0" presId="urn:microsoft.com/office/officeart/2005/8/layout/vList2"/>
    <dgm:cxn modelId="{6F0D49AA-4B0A-4959-93B5-25C6DDFFA196}" type="presParOf" srcId="{9209F02F-DE74-4E78-996B-1A1A98014F30}" destId="{4D2B3D93-3389-4767-9FDD-BE5189E1D493}" srcOrd="5" destOrd="0" presId="urn:microsoft.com/office/officeart/2005/8/layout/vList2"/>
    <dgm:cxn modelId="{C7AE7BE9-283D-4D31-8CF8-4115B79F7762}" type="presParOf" srcId="{9209F02F-DE74-4E78-996B-1A1A98014F30}" destId="{9C27F8CA-7FCF-4EF1-80C3-C7644B740B9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065B98-BC6A-4A11-BA07-0EFC51291D8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F5B075A-8DE7-401E-9C97-8EA120AECDF4}">
      <dgm:prSet/>
      <dgm:spPr/>
      <dgm:t>
        <a:bodyPr/>
        <a:lstStyle/>
        <a:p>
          <a:r>
            <a:rPr lang="en-US"/>
            <a:t>Use environmental data to identify high risk conditions for carp movement</a:t>
          </a:r>
        </a:p>
      </dgm:t>
    </dgm:pt>
    <dgm:pt modelId="{B7BF1256-6C14-4832-8D12-ACECA137BE36}" type="parTrans" cxnId="{9BB981D2-1D32-4B88-AD47-187CFAB4C279}">
      <dgm:prSet/>
      <dgm:spPr/>
      <dgm:t>
        <a:bodyPr/>
        <a:lstStyle/>
        <a:p>
          <a:endParaRPr lang="en-US"/>
        </a:p>
      </dgm:t>
    </dgm:pt>
    <dgm:pt modelId="{FFAAEE40-3B7F-4AEC-B9B7-29439EB8B4D2}" type="sibTrans" cxnId="{9BB981D2-1D32-4B88-AD47-187CFAB4C279}">
      <dgm:prSet/>
      <dgm:spPr/>
      <dgm:t>
        <a:bodyPr/>
        <a:lstStyle/>
        <a:p>
          <a:endParaRPr lang="en-US"/>
        </a:p>
      </dgm:t>
    </dgm:pt>
    <dgm:pt modelId="{74D2042A-4E08-418A-9FFF-3F0F351112C2}">
      <dgm:prSet/>
      <dgm:spPr/>
      <dgm:t>
        <a:bodyPr/>
        <a:lstStyle/>
        <a:p>
          <a:r>
            <a:rPr lang="en-US"/>
            <a:t>Develop models that link carp movement to river and lock conditions</a:t>
          </a:r>
        </a:p>
      </dgm:t>
    </dgm:pt>
    <dgm:pt modelId="{F0B36339-FB7A-45DA-AEC7-FC6AA631DBBC}" type="parTrans" cxnId="{154BE590-A301-4A56-9CB1-C8039B715596}">
      <dgm:prSet/>
      <dgm:spPr/>
      <dgm:t>
        <a:bodyPr/>
        <a:lstStyle/>
        <a:p>
          <a:endParaRPr lang="en-US"/>
        </a:p>
      </dgm:t>
    </dgm:pt>
    <dgm:pt modelId="{42D616DE-6334-4240-B554-00A9C7557C8F}" type="sibTrans" cxnId="{154BE590-A301-4A56-9CB1-C8039B715596}">
      <dgm:prSet/>
      <dgm:spPr/>
      <dgm:t>
        <a:bodyPr/>
        <a:lstStyle/>
        <a:p>
          <a:endParaRPr lang="en-US"/>
        </a:p>
      </dgm:t>
    </dgm:pt>
    <dgm:pt modelId="{07A0FF63-7134-4114-B51A-086C7EBB7967}">
      <dgm:prSet/>
      <dgm:spPr/>
      <dgm:t>
        <a:bodyPr/>
        <a:lstStyle/>
        <a:p>
          <a:r>
            <a:rPr lang="en-US"/>
            <a:t>Map out high activity spots of invasive carp activity</a:t>
          </a:r>
        </a:p>
      </dgm:t>
    </dgm:pt>
    <dgm:pt modelId="{26C39420-FA7D-40D9-A163-0BA3BBAD0CD0}" type="parTrans" cxnId="{B84204FA-6168-4346-8B86-0D829EC2D425}">
      <dgm:prSet/>
      <dgm:spPr/>
      <dgm:t>
        <a:bodyPr/>
        <a:lstStyle/>
        <a:p>
          <a:endParaRPr lang="en-US"/>
        </a:p>
      </dgm:t>
    </dgm:pt>
    <dgm:pt modelId="{1127718B-8943-42EB-A823-EF7BF6194F5F}" type="sibTrans" cxnId="{B84204FA-6168-4346-8B86-0D829EC2D425}">
      <dgm:prSet/>
      <dgm:spPr/>
      <dgm:t>
        <a:bodyPr/>
        <a:lstStyle/>
        <a:p>
          <a:endParaRPr lang="en-US"/>
        </a:p>
      </dgm:t>
    </dgm:pt>
    <dgm:pt modelId="{0C13C780-1A0D-405B-A706-BE9B92298727}">
      <dgm:prSet/>
      <dgm:spPr/>
      <dgm:t>
        <a:bodyPr/>
        <a:lstStyle/>
        <a:p>
          <a:r>
            <a:rPr lang="en-US"/>
            <a:t>Predict when and where upstream movement is most likely to occur</a:t>
          </a:r>
        </a:p>
      </dgm:t>
    </dgm:pt>
    <dgm:pt modelId="{00DE8C15-E242-4C5E-89DC-44AB145ED825}" type="parTrans" cxnId="{681CB343-8487-428E-A85C-A1EFBD8493D1}">
      <dgm:prSet/>
      <dgm:spPr/>
      <dgm:t>
        <a:bodyPr/>
        <a:lstStyle/>
        <a:p>
          <a:endParaRPr lang="en-US"/>
        </a:p>
      </dgm:t>
    </dgm:pt>
    <dgm:pt modelId="{1F13218D-046D-4680-8D7C-C7756FA93483}" type="sibTrans" cxnId="{681CB343-8487-428E-A85C-A1EFBD8493D1}">
      <dgm:prSet/>
      <dgm:spPr/>
      <dgm:t>
        <a:bodyPr/>
        <a:lstStyle/>
        <a:p>
          <a:endParaRPr lang="en-US"/>
        </a:p>
      </dgm:t>
    </dgm:pt>
    <dgm:pt modelId="{2C250E89-5111-49C5-885B-32BC03232AD8}" type="pres">
      <dgm:prSet presAssocID="{39065B98-BC6A-4A11-BA07-0EFC51291D86}" presName="root" presStyleCnt="0">
        <dgm:presLayoutVars>
          <dgm:dir/>
          <dgm:resizeHandles val="exact"/>
        </dgm:presLayoutVars>
      </dgm:prSet>
      <dgm:spPr/>
    </dgm:pt>
    <dgm:pt modelId="{EDB24B36-2C50-4F53-A477-7CCC217DF99B}" type="pres">
      <dgm:prSet presAssocID="{3F5B075A-8DE7-401E-9C97-8EA120AECDF4}" presName="compNode" presStyleCnt="0"/>
      <dgm:spPr/>
    </dgm:pt>
    <dgm:pt modelId="{B2243506-E926-47F6-97F7-7CBEE7F0B3FD}" type="pres">
      <dgm:prSet presAssocID="{3F5B075A-8DE7-401E-9C97-8EA120AECDF4}" presName="bgRect" presStyleLbl="bgShp" presStyleIdx="0" presStyleCnt="4"/>
      <dgm:spPr/>
    </dgm:pt>
    <dgm:pt modelId="{E542D851-14DE-4921-BDCC-E604FA803D58}" type="pres">
      <dgm:prSet presAssocID="{3F5B075A-8DE7-401E-9C97-8EA120AECDF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2170B872-D8EB-4BBC-BD57-0EBCE53A2D42}" type="pres">
      <dgm:prSet presAssocID="{3F5B075A-8DE7-401E-9C97-8EA120AECDF4}" presName="spaceRect" presStyleCnt="0"/>
      <dgm:spPr/>
    </dgm:pt>
    <dgm:pt modelId="{4ECE9E7F-384D-4E4B-B9FB-256F32AEF00A}" type="pres">
      <dgm:prSet presAssocID="{3F5B075A-8DE7-401E-9C97-8EA120AECDF4}" presName="parTx" presStyleLbl="revTx" presStyleIdx="0" presStyleCnt="4">
        <dgm:presLayoutVars>
          <dgm:chMax val="0"/>
          <dgm:chPref val="0"/>
        </dgm:presLayoutVars>
      </dgm:prSet>
      <dgm:spPr/>
    </dgm:pt>
    <dgm:pt modelId="{C79BE464-7E5A-461F-B968-D08A943DB58A}" type="pres">
      <dgm:prSet presAssocID="{FFAAEE40-3B7F-4AEC-B9B7-29439EB8B4D2}" presName="sibTrans" presStyleCnt="0"/>
      <dgm:spPr/>
    </dgm:pt>
    <dgm:pt modelId="{5F07612A-0A3D-4679-82AE-C22064F01164}" type="pres">
      <dgm:prSet presAssocID="{74D2042A-4E08-418A-9FFF-3F0F351112C2}" presName="compNode" presStyleCnt="0"/>
      <dgm:spPr/>
    </dgm:pt>
    <dgm:pt modelId="{4BBD77AB-62ED-46E7-ADC5-E8F9569F4E42}" type="pres">
      <dgm:prSet presAssocID="{74D2042A-4E08-418A-9FFF-3F0F351112C2}" presName="bgRect" presStyleLbl="bgShp" presStyleIdx="1" presStyleCnt="4"/>
      <dgm:spPr/>
    </dgm:pt>
    <dgm:pt modelId="{985DA41F-BA42-42FA-BE5C-176F04430FBD}" type="pres">
      <dgm:prSet presAssocID="{74D2042A-4E08-418A-9FFF-3F0F351112C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ed outline"/>
        </a:ext>
      </dgm:extLst>
    </dgm:pt>
    <dgm:pt modelId="{17A81890-9233-49A5-B078-F7C898CC378F}" type="pres">
      <dgm:prSet presAssocID="{74D2042A-4E08-418A-9FFF-3F0F351112C2}" presName="spaceRect" presStyleCnt="0"/>
      <dgm:spPr/>
    </dgm:pt>
    <dgm:pt modelId="{4161BD82-61F1-487C-8E6B-66D5E3A3A35E}" type="pres">
      <dgm:prSet presAssocID="{74D2042A-4E08-418A-9FFF-3F0F351112C2}" presName="parTx" presStyleLbl="revTx" presStyleIdx="1" presStyleCnt="4">
        <dgm:presLayoutVars>
          <dgm:chMax val="0"/>
          <dgm:chPref val="0"/>
        </dgm:presLayoutVars>
      </dgm:prSet>
      <dgm:spPr/>
    </dgm:pt>
    <dgm:pt modelId="{02280219-9FAA-4BA8-AF79-C566247C5E75}" type="pres">
      <dgm:prSet presAssocID="{42D616DE-6334-4240-B554-00A9C7557C8F}" presName="sibTrans" presStyleCnt="0"/>
      <dgm:spPr/>
    </dgm:pt>
    <dgm:pt modelId="{9B1BBE60-198E-4D9E-8591-34909F02D6EC}" type="pres">
      <dgm:prSet presAssocID="{07A0FF63-7134-4114-B51A-086C7EBB7967}" presName="compNode" presStyleCnt="0"/>
      <dgm:spPr/>
    </dgm:pt>
    <dgm:pt modelId="{B6FF5F91-1666-447A-AF11-3A2317C51557}" type="pres">
      <dgm:prSet presAssocID="{07A0FF63-7134-4114-B51A-086C7EBB7967}" presName="bgRect" presStyleLbl="bgShp" presStyleIdx="2" presStyleCnt="4"/>
      <dgm:spPr/>
    </dgm:pt>
    <dgm:pt modelId="{018EA834-15C3-44E1-812A-1D890DB99711}" type="pres">
      <dgm:prSet presAssocID="{07A0FF63-7134-4114-B51A-086C7EBB796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 with solid fill"/>
        </a:ext>
      </dgm:extLst>
    </dgm:pt>
    <dgm:pt modelId="{80AB7884-7DF0-41B4-9C85-058E34FA1CEE}" type="pres">
      <dgm:prSet presAssocID="{07A0FF63-7134-4114-B51A-086C7EBB7967}" presName="spaceRect" presStyleCnt="0"/>
      <dgm:spPr/>
    </dgm:pt>
    <dgm:pt modelId="{3FBE45CC-F205-492B-9EF3-B33AC4149807}" type="pres">
      <dgm:prSet presAssocID="{07A0FF63-7134-4114-B51A-086C7EBB7967}" presName="parTx" presStyleLbl="revTx" presStyleIdx="2" presStyleCnt="4">
        <dgm:presLayoutVars>
          <dgm:chMax val="0"/>
          <dgm:chPref val="0"/>
        </dgm:presLayoutVars>
      </dgm:prSet>
      <dgm:spPr/>
    </dgm:pt>
    <dgm:pt modelId="{ADA7D22F-75C6-43C0-9F5C-63BDFE6039B5}" type="pres">
      <dgm:prSet presAssocID="{1127718B-8943-42EB-A823-EF7BF6194F5F}" presName="sibTrans" presStyleCnt="0"/>
      <dgm:spPr/>
    </dgm:pt>
    <dgm:pt modelId="{E8D4AA9A-1806-45C1-B44F-6D7DE2CF2036}" type="pres">
      <dgm:prSet presAssocID="{0C13C780-1A0D-405B-A706-BE9B92298727}" presName="compNode" presStyleCnt="0"/>
      <dgm:spPr/>
    </dgm:pt>
    <dgm:pt modelId="{C9ED27CF-A7B1-470D-A0C3-D1A0FFD1F1A0}" type="pres">
      <dgm:prSet presAssocID="{0C13C780-1A0D-405B-A706-BE9B92298727}" presName="bgRect" presStyleLbl="bgShp" presStyleIdx="3" presStyleCnt="4"/>
      <dgm:spPr/>
    </dgm:pt>
    <dgm:pt modelId="{58F41B8B-6BB0-4F68-910D-EC4E00B143A4}" type="pres">
      <dgm:prSet presAssocID="{0C13C780-1A0D-405B-A706-BE9B9229872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B52A7B74-E1B3-4532-A480-97C670800C6B}" type="pres">
      <dgm:prSet presAssocID="{0C13C780-1A0D-405B-A706-BE9B92298727}" presName="spaceRect" presStyleCnt="0"/>
      <dgm:spPr/>
    </dgm:pt>
    <dgm:pt modelId="{89F7E857-7722-4D87-AE7E-CDB5174B4FDD}" type="pres">
      <dgm:prSet presAssocID="{0C13C780-1A0D-405B-A706-BE9B9229872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81CB343-8487-428E-A85C-A1EFBD8493D1}" srcId="{39065B98-BC6A-4A11-BA07-0EFC51291D86}" destId="{0C13C780-1A0D-405B-A706-BE9B92298727}" srcOrd="3" destOrd="0" parTransId="{00DE8C15-E242-4C5E-89DC-44AB145ED825}" sibTransId="{1F13218D-046D-4680-8D7C-C7756FA93483}"/>
    <dgm:cxn modelId="{D6DC2F79-AECE-41AF-B785-2763F6A83F50}" type="presOf" srcId="{74D2042A-4E08-418A-9FFF-3F0F351112C2}" destId="{4161BD82-61F1-487C-8E6B-66D5E3A3A35E}" srcOrd="0" destOrd="0" presId="urn:microsoft.com/office/officeart/2018/2/layout/IconVerticalSolidList"/>
    <dgm:cxn modelId="{154BE590-A301-4A56-9CB1-C8039B715596}" srcId="{39065B98-BC6A-4A11-BA07-0EFC51291D86}" destId="{74D2042A-4E08-418A-9FFF-3F0F351112C2}" srcOrd="1" destOrd="0" parTransId="{F0B36339-FB7A-45DA-AEC7-FC6AA631DBBC}" sibTransId="{42D616DE-6334-4240-B554-00A9C7557C8F}"/>
    <dgm:cxn modelId="{75F7F7A5-F142-458C-AACF-06D30D0D26D3}" type="presOf" srcId="{07A0FF63-7134-4114-B51A-086C7EBB7967}" destId="{3FBE45CC-F205-492B-9EF3-B33AC4149807}" srcOrd="0" destOrd="0" presId="urn:microsoft.com/office/officeart/2018/2/layout/IconVerticalSolidList"/>
    <dgm:cxn modelId="{6E1D70A9-588D-4AE5-AA38-72553F79036C}" type="presOf" srcId="{0C13C780-1A0D-405B-A706-BE9B92298727}" destId="{89F7E857-7722-4D87-AE7E-CDB5174B4FDD}" srcOrd="0" destOrd="0" presId="urn:microsoft.com/office/officeart/2018/2/layout/IconVerticalSolidList"/>
    <dgm:cxn modelId="{A8EDF9AF-60FC-4BE6-9F88-8C101C7A017B}" type="presOf" srcId="{39065B98-BC6A-4A11-BA07-0EFC51291D86}" destId="{2C250E89-5111-49C5-885B-32BC03232AD8}" srcOrd="0" destOrd="0" presId="urn:microsoft.com/office/officeart/2018/2/layout/IconVerticalSolidList"/>
    <dgm:cxn modelId="{9BB981D2-1D32-4B88-AD47-187CFAB4C279}" srcId="{39065B98-BC6A-4A11-BA07-0EFC51291D86}" destId="{3F5B075A-8DE7-401E-9C97-8EA120AECDF4}" srcOrd="0" destOrd="0" parTransId="{B7BF1256-6C14-4832-8D12-ACECA137BE36}" sibTransId="{FFAAEE40-3B7F-4AEC-B9B7-29439EB8B4D2}"/>
    <dgm:cxn modelId="{9143F1D9-8A79-4B87-AA8A-5E3B0E36C7EC}" type="presOf" srcId="{3F5B075A-8DE7-401E-9C97-8EA120AECDF4}" destId="{4ECE9E7F-384D-4E4B-B9FB-256F32AEF00A}" srcOrd="0" destOrd="0" presId="urn:microsoft.com/office/officeart/2018/2/layout/IconVerticalSolidList"/>
    <dgm:cxn modelId="{B84204FA-6168-4346-8B86-0D829EC2D425}" srcId="{39065B98-BC6A-4A11-BA07-0EFC51291D86}" destId="{07A0FF63-7134-4114-B51A-086C7EBB7967}" srcOrd="2" destOrd="0" parTransId="{26C39420-FA7D-40D9-A163-0BA3BBAD0CD0}" sibTransId="{1127718B-8943-42EB-A823-EF7BF6194F5F}"/>
    <dgm:cxn modelId="{1E20C173-0913-47CF-A1AB-9A7CCEE7C639}" type="presParOf" srcId="{2C250E89-5111-49C5-885B-32BC03232AD8}" destId="{EDB24B36-2C50-4F53-A477-7CCC217DF99B}" srcOrd="0" destOrd="0" presId="urn:microsoft.com/office/officeart/2018/2/layout/IconVerticalSolidList"/>
    <dgm:cxn modelId="{175B1F91-B023-4F02-9E42-7631A1CF87EF}" type="presParOf" srcId="{EDB24B36-2C50-4F53-A477-7CCC217DF99B}" destId="{B2243506-E926-47F6-97F7-7CBEE7F0B3FD}" srcOrd="0" destOrd="0" presId="urn:microsoft.com/office/officeart/2018/2/layout/IconVerticalSolidList"/>
    <dgm:cxn modelId="{AF452E72-6537-4F3B-A33A-FD8AF6CC333E}" type="presParOf" srcId="{EDB24B36-2C50-4F53-A477-7CCC217DF99B}" destId="{E542D851-14DE-4921-BDCC-E604FA803D58}" srcOrd="1" destOrd="0" presId="urn:microsoft.com/office/officeart/2018/2/layout/IconVerticalSolidList"/>
    <dgm:cxn modelId="{F6829606-EE3D-4D5E-8098-D09CEC69A9B2}" type="presParOf" srcId="{EDB24B36-2C50-4F53-A477-7CCC217DF99B}" destId="{2170B872-D8EB-4BBC-BD57-0EBCE53A2D42}" srcOrd="2" destOrd="0" presId="urn:microsoft.com/office/officeart/2018/2/layout/IconVerticalSolidList"/>
    <dgm:cxn modelId="{7A24F525-146D-4CCB-AE72-A1EF9EC74E0F}" type="presParOf" srcId="{EDB24B36-2C50-4F53-A477-7CCC217DF99B}" destId="{4ECE9E7F-384D-4E4B-B9FB-256F32AEF00A}" srcOrd="3" destOrd="0" presId="urn:microsoft.com/office/officeart/2018/2/layout/IconVerticalSolidList"/>
    <dgm:cxn modelId="{6F6A6104-0719-420D-BE47-E5A3863A5F18}" type="presParOf" srcId="{2C250E89-5111-49C5-885B-32BC03232AD8}" destId="{C79BE464-7E5A-461F-B968-D08A943DB58A}" srcOrd="1" destOrd="0" presId="urn:microsoft.com/office/officeart/2018/2/layout/IconVerticalSolidList"/>
    <dgm:cxn modelId="{4063E536-2F73-4DA8-B834-76789F7FA303}" type="presParOf" srcId="{2C250E89-5111-49C5-885B-32BC03232AD8}" destId="{5F07612A-0A3D-4679-82AE-C22064F01164}" srcOrd="2" destOrd="0" presId="urn:microsoft.com/office/officeart/2018/2/layout/IconVerticalSolidList"/>
    <dgm:cxn modelId="{5ED9DD09-D300-4AB0-BC65-C96A7FC07444}" type="presParOf" srcId="{5F07612A-0A3D-4679-82AE-C22064F01164}" destId="{4BBD77AB-62ED-46E7-ADC5-E8F9569F4E42}" srcOrd="0" destOrd="0" presId="urn:microsoft.com/office/officeart/2018/2/layout/IconVerticalSolidList"/>
    <dgm:cxn modelId="{2BB9BAF1-875D-43B4-BAD8-E1FDA9FB62DA}" type="presParOf" srcId="{5F07612A-0A3D-4679-82AE-C22064F01164}" destId="{985DA41F-BA42-42FA-BE5C-176F04430FBD}" srcOrd="1" destOrd="0" presId="urn:microsoft.com/office/officeart/2018/2/layout/IconVerticalSolidList"/>
    <dgm:cxn modelId="{87F7F444-B02E-427B-8755-8340CC302350}" type="presParOf" srcId="{5F07612A-0A3D-4679-82AE-C22064F01164}" destId="{17A81890-9233-49A5-B078-F7C898CC378F}" srcOrd="2" destOrd="0" presId="urn:microsoft.com/office/officeart/2018/2/layout/IconVerticalSolidList"/>
    <dgm:cxn modelId="{23B0AB96-79EA-426A-A65E-C9D121189C19}" type="presParOf" srcId="{5F07612A-0A3D-4679-82AE-C22064F01164}" destId="{4161BD82-61F1-487C-8E6B-66D5E3A3A35E}" srcOrd="3" destOrd="0" presId="urn:microsoft.com/office/officeart/2018/2/layout/IconVerticalSolidList"/>
    <dgm:cxn modelId="{CDA41921-ACDA-4019-B6EB-4DD77E3A8B52}" type="presParOf" srcId="{2C250E89-5111-49C5-885B-32BC03232AD8}" destId="{02280219-9FAA-4BA8-AF79-C566247C5E75}" srcOrd="3" destOrd="0" presId="urn:microsoft.com/office/officeart/2018/2/layout/IconVerticalSolidList"/>
    <dgm:cxn modelId="{4ED7BADF-BC54-4C98-91A8-D6995AF745CF}" type="presParOf" srcId="{2C250E89-5111-49C5-885B-32BC03232AD8}" destId="{9B1BBE60-198E-4D9E-8591-34909F02D6EC}" srcOrd="4" destOrd="0" presId="urn:microsoft.com/office/officeart/2018/2/layout/IconVerticalSolidList"/>
    <dgm:cxn modelId="{82CF4034-2256-4FD6-A607-FA25EE69C91B}" type="presParOf" srcId="{9B1BBE60-198E-4D9E-8591-34909F02D6EC}" destId="{B6FF5F91-1666-447A-AF11-3A2317C51557}" srcOrd="0" destOrd="0" presId="urn:microsoft.com/office/officeart/2018/2/layout/IconVerticalSolidList"/>
    <dgm:cxn modelId="{E7D50216-76D2-4F32-82FC-368FCE92D76C}" type="presParOf" srcId="{9B1BBE60-198E-4D9E-8591-34909F02D6EC}" destId="{018EA834-15C3-44E1-812A-1D890DB99711}" srcOrd="1" destOrd="0" presId="urn:microsoft.com/office/officeart/2018/2/layout/IconVerticalSolidList"/>
    <dgm:cxn modelId="{60DA3376-9703-4342-8C09-44A5574062AF}" type="presParOf" srcId="{9B1BBE60-198E-4D9E-8591-34909F02D6EC}" destId="{80AB7884-7DF0-41B4-9C85-058E34FA1CEE}" srcOrd="2" destOrd="0" presId="urn:microsoft.com/office/officeart/2018/2/layout/IconVerticalSolidList"/>
    <dgm:cxn modelId="{E43D7BD8-2041-4236-8C59-A2EEF9AF5675}" type="presParOf" srcId="{9B1BBE60-198E-4D9E-8591-34909F02D6EC}" destId="{3FBE45CC-F205-492B-9EF3-B33AC4149807}" srcOrd="3" destOrd="0" presId="urn:microsoft.com/office/officeart/2018/2/layout/IconVerticalSolidList"/>
    <dgm:cxn modelId="{5C00F8BF-6D8C-45BE-8FEF-FD4893E89569}" type="presParOf" srcId="{2C250E89-5111-49C5-885B-32BC03232AD8}" destId="{ADA7D22F-75C6-43C0-9F5C-63BDFE6039B5}" srcOrd="5" destOrd="0" presId="urn:microsoft.com/office/officeart/2018/2/layout/IconVerticalSolidList"/>
    <dgm:cxn modelId="{4C8ABE78-51F2-476B-A7F7-FF8939A23C9F}" type="presParOf" srcId="{2C250E89-5111-49C5-885B-32BC03232AD8}" destId="{E8D4AA9A-1806-45C1-B44F-6D7DE2CF2036}" srcOrd="6" destOrd="0" presId="urn:microsoft.com/office/officeart/2018/2/layout/IconVerticalSolidList"/>
    <dgm:cxn modelId="{91E5A95F-07B6-43D5-9C2D-FC17A13EA918}" type="presParOf" srcId="{E8D4AA9A-1806-45C1-B44F-6D7DE2CF2036}" destId="{C9ED27CF-A7B1-470D-A0C3-D1A0FFD1F1A0}" srcOrd="0" destOrd="0" presId="urn:microsoft.com/office/officeart/2018/2/layout/IconVerticalSolidList"/>
    <dgm:cxn modelId="{A825BDAD-B16A-4BA2-B040-59026D094D0B}" type="presParOf" srcId="{E8D4AA9A-1806-45C1-B44F-6D7DE2CF2036}" destId="{58F41B8B-6BB0-4F68-910D-EC4E00B143A4}" srcOrd="1" destOrd="0" presId="urn:microsoft.com/office/officeart/2018/2/layout/IconVerticalSolidList"/>
    <dgm:cxn modelId="{A8924BDC-47D1-496F-AA48-F43CA554D680}" type="presParOf" srcId="{E8D4AA9A-1806-45C1-B44F-6D7DE2CF2036}" destId="{B52A7B74-E1B3-4532-A480-97C670800C6B}" srcOrd="2" destOrd="0" presId="urn:microsoft.com/office/officeart/2018/2/layout/IconVerticalSolidList"/>
    <dgm:cxn modelId="{6027C758-C4EA-4A0E-B878-38F53D218279}" type="presParOf" srcId="{E8D4AA9A-1806-45C1-B44F-6D7DE2CF2036}" destId="{89F7E857-7722-4D87-AE7E-CDB5174B4FD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B9ABE4-E54D-4FC1-83AC-AE29F5824737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AC5FC1E-C57A-4059-A233-8B0CC078FB73}">
      <dgm:prSet/>
      <dgm:spPr/>
      <dgm:t>
        <a:bodyPr/>
        <a:lstStyle/>
        <a:p>
          <a:r>
            <a:rPr lang="en-US" dirty="0"/>
            <a:t>Data is from 2017-2018 obtained by the U.S. Army Corps of Engineers and distributed by ScienceBase</a:t>
          </a:r>
        </a:p>
      </dgm:t>
    </dgm:pt>
    <dgm:pt modelId="{C4B80740-A0F9-4D14-83F4-D7EF3077F497}" type="parTrans" cxnId="{E05E49A9-C564-4C64-A193-AF4398464090}">
      <dgm:prSet/>
      <dgm:spPr/>
      <dgm:t>
        <a:bodyPr/>
        <a:lstStyle/>
        <a:p>
          <a:endParaRPr lang="en-US"/>
        </a:p>
      </dgm:t>
    </dgm:pt>
    <dgm:pt modelId="{A7EC74E1-57FF-455B-8371-B7EFC84101EF}" type="sibTrans" cxnId="{E05E49A9-C564-4C64-A193-AF4398464090}">
      <dgm:prSet/>
      <dgm:spPr/>
      <dgm:t>
        <a:bodyPr/>
        <a:lstStyle/>
        <a:p>
          <a:endParaRPr lang="en-US"/>
        </a:p>
      </dgm:t>
    </dgm:pt>
    <dgm:pt modelId="{4FEC6FEF-828A-493B-9FA6-9D7A5AB152CC}">
      <dgm:prSet/>
      <dgm:spPr/>
      <dgm:t>
        <a:bodyPr/>
        <a:lstStyle/>
        <a:p>
          <a:r>
            <a:rPr lang="en-US"/>
            <a:t>The study location was the Mississippi River at Lock and Dam 19 near Keokuk, Iowa</a:t>
          </a:r>
        </a:p>
      </dgm:t>
    </dgm:pt>
    <dgm:pt modelId="{F1086771-E8B6-459B-AF77-1838281E29E7}" type="parTrans" cxnId="{93592F97-B03C-4E78-8B8C-B6898BF15439}">
      <dgm:prSet/>
      <dgm:spPr/>
      <dgm:t>
        <a:bodyPr/>
        <a:lstStyle/>
        <a:p>
          <a:endParaRPr lang="en-US"/>
        </a:p>
      </dgm:t>
    </dgm:pt>
    <dgm:pt modelId="{12FE651B-FB6F-4F94-A404-0E4FCB9BCD68}" type="sibTrans" cxnId="{93592F97-B03C-4E78-8B8C-B6898BF15439}">
      <dgm:prSet/>
      <dgm:spPr/>
      <dgm:t>
        <a:bodyPr/>
        <a:lstStyle/>
        <a:p>
          <a:endParaRPr lang="en-US"/>
        </a:p>
      </dgm:t>
    </dgm:pt>
    <dgm:pt modelId="{68BF0609-1F13-4714-829A-73AFB5C39349}">
      <dgm:prSet/>
      <dgm:spPr/>
      <dgm:t>
        <a:bodyPr/>
        <a:lstStyle/>
        <a:p>
          <a:r>
            <a:rPr lang="en-US"/>
            <a:t>Some key features surrounding fish level attributes are species, length, and weight</a:t>
          </a:r>
        </a:p>
      </dgm:t>
    </dgm:pt>
    <dgm:pt modelId="{36E5E7AB-E796-4B55-AE5A-E73B11680F1C}" type="parTrans" cxnId="{DE9C1F5A-F942-408E-8F8D-1E14BAAB83A9}">
      <dgm:prSet/>
      <dgm:spPr/>
      <dgm:t>
        <a:bodyPr/>
        <a:lstStyle/>
        <a:p>
          <a:endParaRPr lang="en-US"/>
        </a:p>
      </dgm:t>
    </dgm:pt>
    <dgm:pt modelId="{960B0883-A3E2-4783-BBB6-EBAF66C4F321}" type="sibTrans" cxnId="{DE9C1F5A-F942-408E-8F8D-1E14BAAB83A9}">
      <dgm:prSet/>
      <dgm:spPr/>
      <dgm:t>
        <a:bodyPr/>
        <a:lstStyle/>
        <a:p>
          <a:endParaRPr lang="en-US"/>
        </a:p>
      </dgm:t>
    </dgm:pt>
    <dgm:pt modelId="{3D04926A-0934-4896-A1E1-F4505A1EBA43}">
      <dgm:prSet/>
      <dgm:spPr/>
      <dgm:t>
        <a:bodyPr/>
        <a:lstStyle/>
        <a:p>
          <a:r>
            <a:rPr lang="en-US"/>
            <a:t>Predictive features include season, water temperature, and passage indicators</a:t>
          </a:r>
        </a:p>
      </dgm:t>
    </dgm:pt>
    <dgm:pt modelId="{ACDB00FF-13C5-4FDE-91B5-5469EDE20128}" type="parTrans" cxnId="{81F04D4E-97F8-4841-B58F-2C29E20E2E94}">
      <dgm:prSet/>
      <dgm:spPr/>
      <dgm:t>
        <a:bodyPr/>
        <a:lstStyle/>
        <a:p>
          <a:endParaRPr lang="en-US"/>
        </a:p>
      </dgm:t>
    </dgm:pt>
    <dgm:pt modelId="{D372D65E-385F-44D5-B1B1-1D3593BAF2B9}" type="sibTrans" cxnId="{81F04D4E-97F8-4841-B58F-2C29E20E2E94}">
      <dgm:prSet/>
      <dgm:spPr/>
      <dgm:t>
        <a:bodyPr/>
        <a:lstStyle/>
        <a:p>
          <a:endParaRPr lang="en-US"/>
        </a:p>
      </dgm:t>
    </dgm:pt>
    <dgm:pt modelId="{D79D56C7-5595-498E-9823-CB6DDE37EEA9}" type="pres">
      <dgm:prSet presAssocID="{3BB9ABE4-E54D-4FC1-83AC-AE29F5824737}" presName="vert0" presStyleCnt="0">
        <dgm:presLayoutVars>
          <dgm:dir/>
          <dgm:animOne val="branch"/>
          <dgm:animLvl val="lvl"/>
        </dgm:presLayoutVars>
      </dgm:prSet>
      <dgm:spPr/>
    </dgm:pt>
    <dgm:pt modelId="{534D905C-9C11-486A-BF42-3776D8A6F908}" type="pres">
      <dgm:prSet presAssocID="{FAC5FC1E-C57A-4059-A233-8B0CC078FB73}" presName="thickLine" presStyleLbl="alignNode1" presStyleIdx="0" presStyleCnt="4"/>
      <dgm:spPr/>
    </dgm:pt>
    <dgm:pt modelId="{DAEC1A27-2FA9-47CF-AF35-27EC39592963}" type="pres">
      <dgm:prSet presAssocID="{FAC5FC1E-C57A-4059-A233-8B0CC078FB73}" presName="horz1" presStyleCnt="0"/>
      <dgm:spPr/>
    </dgm:pt>
    <dgm:pt modelId="{164C97A0-EE52-48BB-BBFF-077A40D10066}" type="pres">
      <dgm:prSet presAssocID="{FAC5FC1E-C57A-4059-A233-8B0CC078FB73}" presName="tx1" presStyleLbl="revTx" presStyleIdx="0" presStyleCnt="4"/>
      <dgm:spPr/>
    </dgm:pt>
    <dgm:pt modelId="{7A577433-76B1-4F82-BCB7-FC6BEB150502}" type="pres">
      <dgm:prSet presAssocID="{FAC5FC1E-C57A-4059-A233-8B0CC078FB73}" presName="vert1" presStyleCnt="0"/>
      <dgm:spPr/>
    </dgm:pt>
    <dgm:pt modelId="{840AC6E0-C245-4F3D-A898-2D35094C01AF}" type="pres">
      <dgm:prSet presAssocID="{4FEC6FEF-828A-493B-9FA6-9D7A5AB152CC}" presName="thickLine" presStyleLbl="alignNode1" presStyleIdx="1" presStyleCnt="4"/>
      <dgm:spPr/>
    </dgm:pt>
    <dgm:pt modelId="{CB0E7F66-EF26-467F-895C-D02EB32F2FB8}" type="pres">
      <dgm:prSet presAssocID="{4FEC6FEF-828A-493B-9FA6-9D7A5AB152CC}" presName="horz1" presStyleCnt="0"/>
      <dgm:spPr/>
    </dgm:pt>
    <dgm:pt modelId="{B1CC468F-19EC-4CE4-BD8C-AC5498EB154B}" type="pres">
      <dgm:prSet presAssocID="{4FEC6FEF-828A-493B-9FA6-9D7A5AB152CC}" presName="tx1" presStyleLbl="revTx" presStyleIdx="1" presStyleCnt="4"/>
      <dgm:spPr/>
    </dgm:pt>
    <dgm:pt modelId="{7F604103-A870-4CA2-AE4C-71A5394C3830}" type="pres">
      <dgm:prSet presAssocID="{4FEC6FEF-828A-493B-9FA6-9D7A5AB152CC}" presName="vert1" presStyleCnt="0"/>
      <dgm:spPr/>
    </dgm:pt>
    <dgm:pt modelId="{F639473A-00E4-4F84-A029-8DCFF63A9E1D}" type="pres">
      <dgm:prSet presAssocID="{68BF0609-1F13-4714-829A-73AFB5C39349}" presName="thickLine" presStyleLbl="alignNode1" presStyleIdx="2" presStyleCnt="4"/>
      <dgm:spPr/>
    </dgm:pt>
    <dgm:pt modelId="{08FA597E-8BA9-4115-94B6-3BBF8FFBE170}" type="pres">
      <dgm:prSet presAssocID="{68BF0609-1F13-4714-829A-73AFB5C39349}" presName="horz1" presStyleCnt="0"/>
      <dgm:spPr/>
    </dgm:pt>
    <dgm:pt modelId="{18BAA2DF-A44F-4BA8-9EC7-8AF020489D0E}" type="pres">
      <dgm:prSet presAssocID="{68BF0609-1F13-4714-829A-73AFB5C39349}" presName="tx1" presStyleLbl="revTx" presStyleIdx="2" presStyleCnt="4"/>
      <dgm:spPr/>
    </dgm:pt>
    <dgm:pt modelId="{A85D5454-31EF-4A0D-8A4F-914AFD13A9D4}" type="pres">
      <dgm:prSet presAssocID="{68BF0609-1F13-4714-829A-73AFB5C39349}" presName="vert1" presStyleCnt="0"/>
      <dgm:spPr/>
    </dgm:pt>
    <dgm:pt modelId="{DA3B4511-C05B-4FF7-8F46-4A267B07BD75}" type="pres">
      <dgm:prSet presAssocID="{3D04926A-0934-4896-A1E1-F4505A1EBA43}" presName="thickLine" presStyleLbl="alignNode1" presStyleIdx="3" presStyleCnt="4"/>
      <dgm:spPr/>
    </dgm:pt>
    <dgm:pt modelId="{14F4AFB5-E9B0-48AC-AE3A-AC08682FDD51}" type="pres">
      <dgm:prSet presAssocID="{3D04926A-0934-4896-A1E1-F4505A1EBA43}" presName="horz1" presStyleCnt="0"/>
      <dgm:spPr/>
    </dgm:pt>
    <dgm:pt modelId="{BF6D42C3-0994-4016-8AF9-6232AB11E8AF}" type="pres">
      <dgm:prSet presAssocID="{3D04926A-0934-4896-A1E1-F4505A1EBA43}" presName="tx1" presStyleLbl="revTx" presStyleIdx="3" presStyleCnt="4"/>
      <dgm:spPr/>
    </dgm:pt>
    <dgm:pt modelId="{124E990D-68E8-4B4D-8E14-AA380D5FB9D4}" type="pres">
      <dgm:prSet presAssocID="{3D04926A-0934-4896-A1E1-F4505A1EBA43}" presName="vert1" presStyleCnt="0"/>
      <dgm:spPr/>
    </dgm:pt>
  </dgm:ptLst>
  <dgm:cxnLst>
    <dgm:cxn modelId="{B7837E24-A417-4155-BD68-817B036E23BC}" type="presOf" srcId="{3BB9ABE4-E54D-4FC1-83AC-AE29F5824737}" destId="{D79D56C7-5595-498E-9823-CB6DDE37EEA9}" srcOrd="0" destOrd="0" presId="urn:microsoft.com/office/officeart/2008/layout/LinedList"/>
    <dgm:cxn modelId="{57CBF963-61C8-4F4B-9587-AEB0400CF499}" type="presOf" srcId="{68BF0609-1F13-4714-829A-73AFB5C39349}" destId="{18BAA2DF-A44F-4BA8-9EC7-8AF020489D0E}" srcOrd="0" destOrd="0" presId="urn:microsoft.com/office/officeart/2008/layout/LinedList"/>
    <dgm:cxn modelId="{81F04D4E-97F8-4841-B58F-2C29E20E2E94}" srcId="{3BB9ABE4-E54D-4FC1-83AC-AE29F5824737}" destId="{3D04926A-0934-4896-A1E1-F4505A1EBA43}" srcOrd="3" destOrd="0" parTransId="{ACDB00FF-13C5-4FDE-91B5-5469EDE20128}" sibTransId="{D372D65E-385F-44D5-B1B1-1D3593BAF2B9}"/>
    <dgm:cxn modelId="{DE9C1F5A-F942-408E-8F8D-1E14BAAB83A9}" srcId="{3BB9ABE4-E54D-4FC1-83AC-AE29F5824737}" destId="{68BF0609-1F13-4714-829A-73AFB5C39349}" srcOrd="2" destOrd="0" parTransId="{36E5E7AB-E796-4B55-AE5A-E73B11680F1C}" sibTransId="{960B0883-A3E2-4783-BBB6-EBAF66C4F321}"/>
    <dgm:cxn modelId="{178A1F8A-814D-4CED-940F-383A079AB497}" type="presOf" srcId="{3D04926A-0934-4896-A1E1-F4505A1EBA43}" destId="{BF6D42C3-0994-4016-8AF9-6232AB11E8AF}" srcOrd="0" destOrd="0" presId="urn:microsoft.com/office/officeart/2008/layout/LinedList"/>
    <dgm:cxn modelId="{93592F97-B03C-4E78-8B8C-B6898BF15439}" srcId="{3BB9ABE4-E54D-4FC1-83AC-AE29F5824737}" destId="{4FEC6FEF-828A-493B-9FA6-9D7A5AB152CC}" srcOrd="1" destOrd="0" parTransId="{F1086771-E8B6-459B-AF77-1838281E29E7}" sibTransId="{12FE651B-FB6F-4F94-A404-0E4FCB9BCD68}"/>
    <dgm:cxn modelId="{E05E49A9-C564-4C64-A193-AF4398464090}" srcId="{3BB9ABE4-E54D-4FC1-83AC-AE29F5824737}" destId="{FAC5FC1E-C57A-4059-A233-8B0CC078FB73}" srcOrd="0" destOrd="0" parTransId="{C4B80740-A0F9-4D14-83F4-D7EF3077F497}" sibTransId="{A7EC74E1-57FF-455B-8371-B7EFC84101EF}"/>
    <dgm:cxn modelId="{7BE35BDC-016C-43B5-A687-76056C87BE68}" type="presOf" srcId="{FAC5FC1E-C57A-4059-A233-8B0CC078FB73}" destId="{164C97A0-EE52-48BB-BBFF-077A40D10066}" srcOrd="0" destOrd="0" presId="urn:microsoft.com/office/officeart/2008/layout/LinedList"/>
    <dgm:cxn modelId="{FFCAD8DC-32C3-45B5-92BC-579955AC4F22}" type="presOf" srcId="{4FEC6FEF-828A-493B-9FA6-9D7A5AB152CC}" destId="{B1CC468F-19EC-4CE4-BD8C-AC5498EB154B}" srcOrd="0" destOrd="0" presId="urn:microsoft.com/office/officeart/2008/layout/LinedList"/>
    <dgm:cxn modelId="{578CCA2A-7D8D-4B61-84D9-5606C639FD9F}" type="presParOf" srcId="{D79D56C7-5595-498E-9823-CB6DDE37EEA9}" destId="{534D905C-9C11-486A-BF42-3776D8A6F908}" srcOrd="0" destOrd="0" presId="urn:microsoft.com/office/officeart/2008/layout/LinedList"/>
    <dgm:cxn modelId="{730105A8-F596-4D6C-AF81-25ADFAC6149F}" type="presParOf" srcId="{D79D56C7-5595-498E-9823-CB6DDE37EEA9}" destId="{DAEC1A27-2FA9-47CF-AF35-27EC39592963}" srcOrd="1" destOrd="0" presId="urn:microsoft.com/office/officeart/2008/layout/LinedList"/>
    <dgm:cxn modelId="{61960F7C-B348-4A53-AB8B-9582E64043E6}" type="presParOf" srcId="{DAEC1A27-2FA9-47CF-AF35-27EC39592963}" destId="{164C97A0-EE52-48BB-BBFF-077A40D10066}" srcOrd="0" destOrd="0" presId="urn:microsoft.com/office/officeart/2008/layout/LinedList"/>
    <dgm:cxn modelId="{807CD34E-2DEF-4BC9-A2AA-1BAACFA629AD}" type="presParOf" srcId="{DAEC1A27-2FA9-47CF-AF35-27EC39592963}" destId="{7A577433-76B1-4F82-BCB7-FC6BEB150502}" srcOrd="1" destOrd="0" presId="urn:microsoft.com/office/officeart/2008/layout/LinedList"/>
    <dgm:cxn modelId="{EF5EACB0-01FD-430F-9F76-7DF94EC66716}" type="presParOf" srcId="{D79D56C7-5595-498E-9823-CB6DDE37EEA9}" destId="{840AC6E0-C245-4F3D-A898-2D35094C01AF}" srcOrd="2" destOrd="0" presId="urn:microsoft.com/office/officeart/2008/layout/LinedList"/>
    <dgm:cxn modelId="{B00889A4-9DD7-487B-9A36-A790138DAF20}" type="presParOf" srcId="{D79D56C7-5595-498E-9823-CB6DDE37EEA9}" destId="{CB0E7F66-EF26-467F-895C-D02EB32F2FB8}" srcOrd="3" destOrd="0" presId="urn:microsoft.com/office/officeart/2008/layout/LinedList"/>
    <dgm:cxn modelId="{383E8429-11B9-431B-BCBF-818C424836E3}" type="presParOf" srcId="{CB0E7F66-EF26-467F-895C-D02EB32F2FB8}" destId="{B1CC468F-19EC-4CE4-BD8C-AC5498EB154B}" srcOrd="0" destOrd="0" presId="urn:microsoft.com/office/officeart/2008/layout/LinedList"/>
    <dgm:cxn modelId="{B7ACC615-041E-43A5-89D2-D37E148776E9}" type="presParOf" srcId="{CB0E7F66-EF26-467F-895C-D02EB32F2FB8}" destId="{7F604103-A870-4CA2-AE4C-71A5394C3830}" srcOrd="1" destOrd="0" presId="urn:microsoft.com/office/officeart/2008/layout/LinedList"/>
    <dgm:cxn modelId="{CA715491-15B9-4936-A09A-7CB4E9853B7A}" type="presParOf" srcId="{D79D56C7-5595-498E-9823-CB6DDE37EEA9}" destId="{F639473A-00E4-4F84-A029-8DCFF63A9E1D}" srcOrd="4" destOrd="0" presId="urn:microsoft.com/office/officeart/2008/layout/LinedList"/>
    <dgm:cxn modelId="{FD0C1C0B-F17B-4207-991F-482351DAD973}" type="presParOf" srcId="{D79D56C7-5595-498E-9823-CB6DDE37EEA9}" destId="{08FA597E-8BA9-4115-94B6-3BBF8FFBE170}" srcOrd="5" destOrd="0" presId="urn:microsoft.com/office/officeart/2008/layout/LinedList"/>
    <dgm:cxn modelId="{940D9A5C-38FA-4F41-BB9D-A6FDDD401CC0}" type="presParOf" srcId="{08FA597E-8BA9-4115-94B6-3BBF8FFBE170}" destId="{18BAA2DF-A44F-4BA8-9EC7-8AF020489D0E}" srcOrd="0" destOrd="0" presId="urn:microsoft.com/office/officeart/2008/layout/LinedList"/>
    <dgm:cxn modelId="{DCE9DC89-F3E4-4F23-B3C0-0C0185B0132F}" type="presParOf" srcId="{08FA597E-8BA9-4115-94B6-3BBF8FFBE170}" destId="{A85D5454-31EF-4A0D-8A4F-914AFD13A9D4}" srcOrd="1" destOrd="0" presId="urn:microsoft.com/office/officeart/2008/layout/LinedList"/>
    <dgm:cxn modelId="{751EB0F3-D4EC-45BC-B1C6-A41CCCDE557A}" type="presParOf" srcId="{D79D56C7-5595-498E-9823-CB6DDE37EEA9}" destId="{DA3B4511-C05B-4FF7-8F46-4A267B07BD75}" srcOrd="6" destOrd="0" presId="urn:microsoft.com/office/officeart/2008/layout/LinedList"/>
    <dgm:cxn modelId="{7D2DF5CF-8824-4FB2-B377-27D3D17FCCB0}" type="presParOf" srcId="{D79D56C7-5595-498E-9823-CB6DDE37EEA9}" destId="{14F4AFB5-E9B0-48AC-AE3A-AC08682FDD51}" srcOrd="7" destOrd="0" presId="urn:microsoft.com/office/officeart/2008/layout/LinedList"/>
    <dgm:cxn modelId="{C905C07A-AB54-4E89-B9FF-1B0023615F5F}" type="presParOf" srcId="{14F4AFB5-E9B0-48AC-AE3A-AC08682FDD51}" destId="{BF6D42C3-0994-4016-8AF9-6232AB11E8AF}" srcOrd="0" destOrd="0" presId="urn:microsoft.com/office/officeart/2008/layout/LinedList"/>
    <dgm:cxn modelId="{58544D2F-92B3-499B-9086-C92425635064}" type="presParOf" srcId="{14F4AFB5-E9B0-48AC-AE3A-AC08682FDD51}" destId="{124E990D-68E8-4B4D-8E14-AA380D5FB9D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D397DF7-943B-49DD-AEC1-3E7DAA5BF2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9CDD62-B712-4738-8BA7-FD197AC839C2}">
      <dgm:prSet/>
      <dgm:spPr/>
      <dgm:t>
        <a:bodyPr/>
        <a:lstStyle/>
        <a:p>
          <a:r>
            <a:rPr lang="en-US"/>
            <a:t>Spatial Modeling</a:t>
          </a:r>
        </a:p>
      </dgm:t>
    </dgm:pt>
    <dgm:pt modelId="{BF479C15-FCF7-4D87-A0FC-D07E6AC9031C}" type="parTrans" cxnId="{069DE027-039C-43B1-AA72-47A2AE956939}">
      <dgm:prSet/>
      <dgm:spPr/>
      <dgm:t>
        <a:bodyPr/>
        <a:lstStyle/>
        <a:p>
          <a:endParaRPr lang="en-US"/>
        </a:p>
      </dgm:t>
    </dgm:pt>
    <dgm:pt modelId="{DD630059-4080-4115-999C-6B46D0006D95}" type="sibTrans" cxnId="{069DE027-039C-43B1-AA72-47A2AE956939}">
      <dgm:prSet/>
      <dgm:spPr/>
      <dgm:t>
        <a:bodyPr/>
        <a:lstStyle/>
        <a:p>
          <a:endParaRPr lang="en-US"/>
        </a:p>
      </dgm:t>
    </dgm:pt>
    <dgm:pt modelId="{1805F681-36AB-4085-973A-42F5E07D0139}">
      <dgm:prSet/>
      <dgm:spPr/>
      <dgm:t>
        <a:bodyPr/>
        <a:lstStyle/>
        <a:p>
          <a:r>
            <a:rPr lang="en-US"/>
            <a:t>Identify where and when is carp activity the highest</a:t>
          </a:r>
        </a:p>
      </dgm:t>
    </dgm:pt>
    <dgm:pt modelId="{B6F88C4F-0A28-4C6D-9E7D-5ABBFA669843}" type="parTrans" cxnId="{8DF8A39A-D340-458B-B965-B79FCB0E5178}">
      <dgm:prSet/>
      <dgm:spPr/>
      <dgm:t>
        <a:bodyPr/>
        <a:lstStyle/>
        <a:p>
          <a:endParaRPr lang="en-US"/>
        </a:p>
      </dgm:t>
    </dgm:pt>
    <dgm:pt modelId="{8A101B4B-6FE7-4066-828A-DB5D0FB5A5BA}" type="sibTrans" cxnId="{8DF8A39A-D340-458B-B965-B79FCB0E5178}">
      <dgm:prSet/>
      <dgm:spPr/>
      <dgm:t>
        <a:bodyPr/>
        <a:lstStyle/>
        <a:p>
          <a:endParaRPr lang="en-US"/>
        </a:p>
      </dgm:t>
    </dgm:pt>
    <dgm:pt modelId="{F8B0DE1A-3105-4C63-A10D-C90B4E6639D6}">
      <dgm:prSet/>
      <dgm:spPr/>
      <dgm:t>
        <a:bodyPr/>
        <a:lstStyle/>
        <a:p>
          <a:r>
            <a:rPr lang="en-US"/>
            <a:t>Risk Modeling</a:t>
          </a:r>
        </a:p>
      </dgm:t>
    </dgm:pt>
    <dgm:pt modelId="{6D1D3587-9798-4EFF-89AD-0970BC71D8F7}" type="parTrans" cxnId="{6B02D72C-D8DF-4B76-8D20-0489F35E174B}">
      <dgm:prSet/>
      <dgm:spPr/>
      <dgm:t>
        <a:bodyPr/>
        <a:lstStyle/>
        <a:p>
          <a:endParaRPr lang="en-US"/>
        </a:p>
      </dgm:t>
    </dgm:pt>
    <dgm:pt modelId="{A1A72227-2EC9-4108-ABF5-0BAAB9F20FE3}" type="sibTrans" cxnId="{6B02D72C-D8DF-4B76-8D20-0489F35E174B}">
      <dgm:prSet/>
      <dgm:spPr/>
      <dgm:t>
        <a:bodyPr/>
        <a:lstStyle/>
        <a:p>
          <a:endParaRPr lang="en-US"/>
        </a:p>
      </dgm:t>
    </dgm:pt>
    <dgm:pt modelId="{B2EFA1E6-2EA0-4C41-B2A3-5693CF4357DF}">
      <dgm:prSet/>
      <dgm:spPr/>
      <dgm:t>
        <a:bodyPr/>
        <a:lstStyle/>
        <a:p>
          <a:r>
            <a:rPr lang="en-US"/>
            <a:t>Assess environmental conditions that create upstream passage risk</a:t>
          </a:r>
        </a:p>
      </dgm:t>
    </dgm:pt>
    <dgm:pt modelId="{36A4902B-41F9-4923-A5F0-528F737FA279}" type="parTrans" cxnId="{EDA2A5A7-3541-4E87-922A-3A5EE86D590C}">
      <dgm:prSet/>
      <dgm:spPr/>
      <dgm:t>
        <a:bodyPr/>
        <a:lstStyle/>
        <a:p>
          <a:endParaRPr lang="en-US"/>
        </a:p>
      </dgm:t>
    </dgm:pt>
    <dgm:pt modelId="{9F7A7DE6-F904-4DE0-B7E8-8B0CE10609D8}" type="sibTrans" cxnId="{EDA2A5A7-3541-4E87-922A-3A5EE86D590C}">
      <dgm:prSet/>
      <dgm:spPr/>
      <dgm:t>
        <a:bodyPr/>
        <a:lstStyle/>
        <a:p>
          <a:endParaRPr lang="en-US"/>
        </a:p>
      </dgm:t>
    </dgm:pt>
    <dgm:pt modelId="{7F32D7BD-0238-4A73-BAB7-23E991C36126}">
      <dgm:prSet/>
      <dgm:spPr/>
      <dgm:t>
        <a:bodyPr/>
        <a:lstStyle/>
        <a:p>
          <a:r>
            <a:rPr lang="en-US"/>
            <a:t>Random Forest</a:t>
          </a:r>
        </a:p>
      </dgm:t>
    </dgm:pt>
    <dgm:pt modelId="{5A8872B1-1F4E-4DD8-8F63-9F23E3687663}" type="parTrans" cxnId="{9F5F5117-3B2F-43C6-ABB4-67E25F2D6697}">
      <dgm:prSet/>
      <dgm:spPr/>
      <dgm:t>
        <a:bodyPr/>
        <a:lstStyle/>
        <a:p>
          <a:endParaRPr lang="en-US"/>
        </a:p>
      </dgm:t>
    </dgm:pt>
    <dgm:pt modelId="{7EDDAE2E-8483-4C1D-8B60-0A36CFAD1FEF}" type="sibTrans" cxnId="{9F5F5117-3B2F-43C6-ABB4-67E25F2D6697}">
      <dgm:prSet/>
      <dgm:spPr/>
      <dgm:t>
        <a:bodyPr/>
        <a:lstStyle/>
        <a:p>
          <a:endParaRPr lang="en-US"/>
        </a:p>
      </dgm:t>
    </dgm:pt>
    <dgm:pt modelId="{8ECAE563-A9AC-4DD9-9CB8-80F451280CB2}">
      <dgm:prSet/>
      <dgm:spPr/>
      <dgm:t>
        <a:bodyPr/>
        <a:lstStyle/>
        <a:p>
          <a:r>
            <a:rPr lang="en-US"/>
            <a:t>Determine which variables are most impactful in predicting carp movement</a:t>
          </a:r>
        </a:p>
      </dgm:t>
    </dgm:pt>
    <dgm:pt modelId="{17ADC2AD-9880-4DAC-A882-55C78512AC1B}" type="parTrans" cxnId="{9B38D1EC-EE05-4740-9F1D-47EB0D6527DE}">
      <dgm:prSet/>
      <dgm:spPr/>
      <dgm:t>
        <a:bodyPr/>
        <a:lstStyle/>
        <a:p>
          <a:endParaRPr lang="en-US"/>
        </a:p>
      </dgm:t>
    </dgm:pt>
    <dgm:pt modelId="{9C1DD441-ACB4-471A-A58E-3723CD80DAB3}" type="sibTrans" cxnId="{9B38D1EC-EE05-4740-9F1D-47EB0D6527DE}">
      <dgm:prSet/>
      <dgm:spPr/>
      <dgm:t>
        <a:bodyPr/>
        <a:lstStyle/>
        <a:p>
          <a:endParaRPr lang="en-US"/>
        </a:p>
      </dgm:t>
    </dgm:pt>
    <dgm:pt modelId="{96AB1B86-F256-4763-92C2-F092F9D0D1F0}" type="pres">
      <dgm:prSet presAssocID="{4D397DF7-943B-49DD-AEC1-3E7DAA5BF268}" presName="root" presStyleCnt="0">
        <dgm:presLayoutVars>
          <dgm:dir/>
          <dgm:resizeHandles val="exact"/>
        </dgm:presLayoutVars>
      </dgm:prSet>
      <dgm:spPr/>
    </dgm:pt>
    <dgm:pt modelId="{85A9558E-79B0-4D6D-96F7-46801CE9FAB2}" type="pres">
      <dgm:prSet presAssocID="{059CDD62-B712-4738-8BA7-FD197AC839C2}" presName="compNode" presStyleCnt="0"/>
      <dgm:spPr/>
    </dgm:pt>
    <dgm:pt modelId="{F0EEE13C-7CBE-418A-AA51-3821F5318422}" type="pres">
      <dgm:prSet presAssocID="{059CDD62-B712-4738-8BA7-FD197AC839C2}" presName="bgRect" presStyleLbl="bgShp" presStyleIdx="0" presStyleCnt="3"/>
      <dgm:spPr/>
    </dgm:pt>
    <dgm:pt modelId="{3D9C6B44-811C-495E-A87E-F5B87B8145CF}" type="pres">
      <dgm:prSet presAssocID="{059CDD62-B712-4738-8BA7-FD197AC839C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020A4744-35D8-474B-B647-F93DC3188F2D}" type="pres">
      <dgm:prSet presAssocID="{059CDD62-B712-4738-8BA7-FD197AC839C2}" presName="spaceRect" presStyleCnt="0"/>
      <dgm:spPr/>
    </dgm:pt>
    <dgm:pt modelId="{DE039BD8-D9C4-4404-8671-6A11A8189921}" type="pres">
      <dgm:prSet presAssocID="{059CDD62-B712-4738-8BA7-FD197AC839C2}" presName="parTx" presStyleLbl="revTx" presStyleIdx="0" presStyleCnt="6">
        <dgm:presLayoutVars>
          <dgm:chMax val="0"/>
          <dgm:chPref val="0"/>
        </dgm:presLayoutVars>
      </dgm:prSet>
      <dgm:spPr/>
    </dgm:pt>
    <dgm:pt modelId="{8A075483-58A0-4EFC-94CF-96DEC9F9DDCC}" type="pres">
      <dgm:prSet presAssocID="{059CDD62-B712-4738-8BA7-FD197AC839C2}" presName="desTx" presStyleLbl="revTx" presStyleIdx="1" presStyleCnt="6">
        <dgm:presLayoutVars/>
      </dgm:prSet>
      <dgm:spPr/>
    </dgm:pt>
    <dgm:pt modelId="{6A2B88D5-1094-45ED-8423-31B5DF37EB60}" type="pres">
      <dgm:prSet presAssocID="{DD630059-4080-4115-999C-6B46D0006D95}" presName="sibTrans" presStyleCnt="0"/>
      <dgm:spPr/>
    </dgm:pt>
    <dgm:pt modelId="{D5074B6B-5EDE-436F-BA29-BD467F723506}" type="pres">
      <dgm:prSet presAssocID="{F8B0DE1A-3105-4C63-A10D-C90B4E6639D6}" presName="compNode" presStyleCnt="0"/>
      <dgm:spPr/>
    </dgm:pt>
    <dgm:pt modelId="{A13A75EF-9630-4710-B503-BD93A18FB5D2}" type="pres">
      <dgm:prSet presAssocID="{F8B0DE1A-3105-4C63-A10D-C90B4E6639D6}" presName="bgRect" presStyleLbl="bgShp" presStyleIdx="1" presStyleCnt="3"/>
      <dgm:spPr/>
    </dgm:pt>
    <dgm:pt modelId="{A2112422-9F91-4AAB-8B5D-7CA186DD21AD}" type="pres">
      <dgm:prSet presAssocID="{F8B0DE1A-3105-4C63-A10D-C90B4E6639D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0149089-D52E-4CF2-ACC4-D820BA0FA96E}" type="pres">
      <dgm:prSet presAssocID="{F8B0DE1A-3105-4C63-A10D-C90B4E6639D6}" presName="spaceRect" presStyleCnt="0"/>
      <dgm:spPr/>
    </dgm:pt>
    <dgm:pt modelId="{29979130-E6A9-4E4A-9CF9-5A1B4C2F4CA3}" type="pres">
      <dgm:prSet presAssocID="{F8B0DE1A-3105-4C63-A10D-C90B4E6639D6}" presName="parTx" presStyleLbl="revTx" presStyleIdx="2" presStyleCnt="6">
        <dgm:presLayoutVars>
          <dgm:chMax val="0"/>
          <dgm:chPref val="0"/>
        </dgm:presLayoutVars>
      </dgm:prSet>
      <dgm:spPr/>
    </dgm:pt>
    <dgm:pt modelId="{F2406C61-1352-4127-A940-6A822C8F4DC5}" type="pres">
      <dgm:prSet presAssocID="{F8B0DE1A-3105-4C63-A10D-C90B4E6639D6}" presName="desTx" presStyleLbl="revTx" presStyleIdx="3" presStyleCnt="6">
        <dgm:presLayoutVars/>
      </dgm:prSet>
      <dgm:spPr/>
    </dgm:pt>
    <dgm:pt modelId="{CC90523F-DF32-4C1E-B8B8-C04CBE1CAD97}" type="pres">
      <dgm:prSet presAssocID="{A1A72227-2EC9-4108-ABF5-0BAAB9F20FE3}" presName="sibTrans" presStyleCnt="0"/>
      <dgm:spPr/>
    </dgm:pt>
    <dgm:pt modelId="{EDC7AC2B-92EB-4D92-AA4F-3C1789F0D073}" type="pres">
      <dgm:prSet presAssocID="{7F32D7BD-0238-4A73-BAB7-23E991C36126}" presName="compNode" presStyleCnt="0"/>
      <dgm:spPr/>
    </dgm:pt>
    <dgm:pt modelId="{4D2ADF4E-1483-427E-AAA4-98D3DE818825}" type="pres">
      <dgm:prSet presAssocID="{7F32D7BD-0238-4A73-BAB7-23E991C36126}" presName="bgRect" presStyleLbl="bgShp" presStyleIdx="2" presStyleCnt="3"/>
      <dgm:spPr/>
    </dgm:pt>
    <dgm:pt modelId="{861D23E5-202D-4BDF-B716-93F14007DA9D}" type="pres">
      <dgm:prSet presAssocID="{7F32D7BD-0238-4A73-BAB7-23E991C3612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FA7FEDE3-6761-47B9-BD02-E2A809319A1A}" type="pres">
      <dgm:prSet presAssocID="{7F32D7BD-0238-4A73-BAB7-23E991C36126}" presName="spaceRect" presStyleCnt="0"/>
      <dgm:spPr/>
    </dgm:pt>
    <dgm:pt modelId="{605A2862-C769-4E3F-909C-9A7B343F67C6}" type="pres">
      <dgm:prSet presAssocID="{7F32D7BD-0238-4A73-BAB7-23E991C36126}" presName="parTx" presStyleLbl="revTx" presStyleIdx="4" presStyleCnt="6">
        <dgm:presLayoutVars>
          <dgm:chMax val="0"/>
          <dgm:chPref val="0"/>
        </dgm:presLayoutVars>
      </dgm:prSet>
      <dgm:spPr/>
    </dgm:pt>
    <dgm:pt modelId="{919A25D8-7A5E-4231-B93A-7B85A552959C}" type="pres">
      <dgm:prSet presAssocID="{7F32D7BD-0238-4A73-BAB7-23E991C36126}" presName="desTx" presStyleLbl="revTx" presStyleIdx="5" presStyleCnt="6">
        <dgm:presLayoutVars/>
      </dgm:prSet>
      <dgm:spPr/>
    </dgm:pt>
  </dgm:ptLst>
  <dgm:cxnLst>
    <dgm:cxn modelId="{9F5F5117-3B2F-43C6-ABB4-67E25F2D6697}" srcId="{4D397DF7-943B-49DD-AEC1-3E7DAA5BF268}" destId="{7F32D7BD-0238-4A73-BAB7-23E991C36126}" srcOrd="2" destOrd="0" parTransId="{5A8872B1-1F4E-4DD8-8F63-9F23E3687663}" sibTransId="{7EDDAE2E-8483-4C1D-8B60-0A36CFAD1FEF}"/>
    <dgm:cxn modelId="{069DE027-039C-43B1-AA72-47A2AE956939}" srcId="{4D397DF7-943B-49DD-AEC1-3E7DAA5BF268}" destId="{059CDD62-B712-4738-8BA7-FD197AC839C2}" srcOrd="0" destOrd="0" parTransId="{BF479C15-FCF7-4D87-A0FC-D07E6AC9031C}" sibTransId="{DD630059-4080-4115-999C-6B46D0006D95}"/>
    <dgm:cxn modelId="{6B02D72C-D8DF-4B76-8D20-0489F35E174B}" srcId="{4D397DF7-943B-49DD-AEC1-3E7DAA5BF268}" destId="{F8B0DE1A-3105-4C63-A10D-C90B4E6639D6}" srcOrd="1" destOrd="0" parTransId="{6D1D3587-9798-4EFF-89AD-0970BC71D8F7}" sibTransId="{A1A72227-2EC9-4108-ABF5-0BAAB9F20FE3}"/>
    <dgm:cxn modelId="{0EE12B37-8F52-4740-AAF8-7827B8594A6A}" type="presOf" srcId="{059CDD62-B712-4738-8BA7-FD197AC839C2}" destId="{DE039BD8-D9C4-4404-8671-6A11A8189921}" srcOrd="0" destOrd="0" presId="urn:microsoft.com/office/officeart/2018/2/layout/IconVerticalSolidList"/>
    <dgm:cxn modelId="{1A5FBB3E-FDBB-4669-890F-625A4162767C}" type="presOf" srcId="{7F32D7BD-0238-4A73-BAB7-23E991C36126}" destId="{605A2862-C769-4E3F-909C-9A7B343F67C6}" srcOrd="0" destOrd="0" presId="urn:microsoft.com/office/officeart/2018/2/layout/IconVerticalSolidList"/>
    <dgm:cxn modelId="{80CFE86F-2E9B-4B86-8247-20D69DBEDEB3}" type="presOf" srcId="{F8B0DE1A-3105-4C63-A10D-C90B4E6639D6}" destId="{29979130-E6A9-4E4A-9CF9-5A1B4C2F4CA3}" srcOrd="0" destOrd="0" presId="urn:microsoft.com/office/officeart/2018/2/layout/IconVerticalSolidList"/>
    <dgm:cxn modelId="{8DF8A39A-D340-458B-B965-B79FCB0E5178}" srcId="{059CDD62-B712-4738-8BA7-FD197AC839C2}" destId="{1805F681-36AB-4085-973A-42F5E07D0139}" srcOrd="0" destOrd="0" parTransId="{B6F88C4F-0A28-4C6D-9E7D-5ABBFA669843}" sibTransId="{8A101B4B-6FE7-4066-828A-DB5D0FB5A5BA}"/>
    <dgm:cxn modelId="{EDA2A5A7-3541-4E87-922A-3A5EE86D590C}" srcId="{F8B0DE1A-3105-4C63-A10D-C90B4E6639D6}" destId="{B2EFA1E6-2EA0-4C41-B2A3-5693CF4357DF}" srcOrd="0" destOrd="0" parTransId="{36A4902B-41F9-4923-A5F0-528F737FA279}" sibTransId="{9F7A7DE6-F904-4DE0-B7E8-8B0CE10609D8}"/>
    <dgm:cxn modelId="{CD2FE3A9-C57D-46DF-AC90-615A00FC8E3A}" type="presOf" srcId="{1805F681-36AB-4085-973A-42F5E07D0139}" destId="{8A075483-58A0-4EFC-94CF-96DEC9F9DDCC}" srcOrd="0" destOrd="0" presId="urn:microsoft.com/office/officeart/2018/2/layout/IconVerticalSolidList"/>
    <dgm:cxn modelId="{57EB6EAB-7AA5-4487-A35F-46D5ABA4D8ED}" type="presOf" srcId="{B2EFA1E6-2EA0-4C41-B2A3-5693CF4357DF}" destId="{F2406C61-1352-4127-A940-6A822C8F4DC5}" srcOrd="0" destOrd="0" presId="urn:microsoft.com/office/officeart/2018/2/layout/IconVerticalSolidList"/>
    <dgm:cxn modelId="{F6182ADE-F259-4EDA-B1FB-6CD0CE582856}" type="presOf" srcId="{8ECAE563-A9AC-4DD9-9CB8-80F451280CB2}" destId="{919A25D8-7A5E-4231-B93A-7B85A552959C}" srcOrd="0" destOrd="0" presId="urn:microsoft.com/office/officeart/2018/2/layout/IconVerticalSolidList"/>
    <dgm:cxn modelId="{9B38D1EC-EE05-4740-9F1D-47EB0D6527DE}" srcId="{7F32D7BD-0238-4A73-BAB7-23E991C36126}" destId="{8ECAE563-A9AC-4DD9-9CB8-80F451280CB2}" srcOrd="0" destOrd="0" parTransId="{17ADC2AD-9880-4DAC-A882-55C78512AC1B}" sibTransId="{9C1DD441-ACB4-471A-A58E-3723CD80DAB3}"/>
    <dgm:cxn modelId="{1C0A97ED-BA91-442B-859E-A0AE3E118282}" type="presOf" srcId="{4D397DF7-943B-49DD-AEC1-3E7DAA5BF268}" destId="{96AB1B86-F256-4763-92C2-F092F9D0D1F0}" srcOrd="0" destOrd="0" presId="urn:microsoft.com/office/officeart/2018/2/layout/IconVerticalSolidList"/>
    <dgm:cxn modelId="{3EAFC2D0-F06E-4B4F-9A3F-9832FA12CF81}" type="presParOf" srcId="{96AB1B86-F256-4763-92C2-F092F9D0D1F0}" destId="{85A9558E-79B0-4D6D-96F7-46801CE9FAB2}" srcOrd="0" destOrd="0" presId="urn:microsoft.com/office/officeart/2018/2/layout/IconVerticalSolidList"/>
    <dgm:cxn modelId="{B7FFED01-CEED-4C5A-BC37-EA9E0E1D9436}" type="presParOf" srcId="{85A9558E-79B0-4D6D-96F7-46801CE9FAB2}" destId="{F0EEE13C-7CBE-418A-AA51-3821F5318422}" srcOrd="0" destOrd="0" presId="urn:microsoft.com/office/officeart/2018/2/layout/IconVerticalSolidList"/>
    <dgm:cxn modelId="{E23E4CD8-6EFA-46DC-82A0-E5A68A01B4C3}" type="presParOf" srcId="{85A9558E-79B0-4D6D-96F7-46801CE9FAB2}" destId="{3D9C6B44-811C-495E-A87E-F5B87B8145CF}" srcOrd="1" destOrd="0" presId="urn:microsoft.com/office/officeart/2018/2/layout/IconVerticalSolidList"/>
    <dgm:cxn modelId="{96CC3C7C-FFB9-47B0-B76D-37D9BF25F4F2}" type="presParOf" srcId="{85A9558E-79B0-4D6D-96F7-46801CE9FAB2}" destId="{020A4744-35D8-474B-B647-F93DC3188F2D}" srcOrd="2" destOrd="0" presId="urn:microsoft.com/office/officeart/2018/2/layout/IconVerticalSolidList"/>
    <dgm:cxn modelId="{97AC70F9-166E-4B91-B05F-052D23525533}" type="presParOf" srcId="{85A9558E-79B0-4D6D-96F7-46801CE9FAB2}" destId="{DE039BD8-D9C4-4404-8671-6A11A8189921}" srcOrd="3" destOrd="0" presId="urn:microsoft.com/office/officeart/2018/2/layout/IconVerticalSolidList"/>
    <dgm:cxn modelId="{4986B570-BF7C-40A1-89EF-17D8FF77C3F2}" type="presParOf" srcId="{85A9558E-79B0-4D6D-96F7-46801CE9FAB2}" destId="{8A075483-58A0-4EFC-94CF-96DEC9F9DDCC}" srcOrd="4" destOrd="0" presId="urn:microsoft.com/office/officeart/2018/2/layout/IconVerticalSolidList"/>
    <dgm:cxn modelId="{0E84E277-C1AE-4578-99FC-FFC611E60E9D}" type="presParOf" srcId="{96AB1B86-F256-4763-92C2-F092F9D0D1F0}" destId="{6A2B88D5-1094-45ED-8423-31B5DF37EB60}" srcOrd="1" destOrd="0" presId="urn:microsoft.com/office/officeart/2018/2/layout/IconVerticalSolidList"/>
    <dgm:cxn modelId="{461FB3FF-DCDA-4878-AED9-1199B114F64E}" type="presParOf" srcId="{96AB1B86-F256-4763-92C2-F092F9D0D1F0}" destId="{D5074B6B-5EDE-436F-BA29-BD467F723506}" srcOrd="2" destOrd="0" presId="urn:microsoft.com/office/officeart/2018/2/layout/IconVerticalSolidList"/>
    <dgm:cxn modelId="{A4934702-2E1F-4D45-91D6-0D801A605B64}" type="presParOf" srcId="{D5074B6B-5EDE-436F-BA29-BD467F723506}" destId="{A13A75EF-9630-4710-B503-BD93A18FB5D2}" srcOrd="0" destOrd="0" presId="urn:microsoft.com/office/officeart/2018/2/layout/IconVerticalSolidList"/>
    <dgm:cxn modelId="{86A7A4C6-7CD0-4264-8E40-9A7AFD673893}" type="presParOf" srcId="{D5074B6B-5EDE-436F-BA29-BD467F723506}" destId="{A2112422-9F91-4AAB-8B5D-7CA186DD21AD}" srcOrd="1" destOrd="0" presId="urn:microsoft.com/office/officeart/2018/2/layout/IconVerticalSolidList"/>
    <dgm:cxn modelId="{47AEEEB5-2169-4622-A3AE-455D5B8F1BB5}" type="presParOf" srcId="{D5074B6B-5EDE-436F-BA29-BD467F723506}" destId="{B0149089-D52E-4CF2-ACC4-D820BA0FA96E}" srcOrd="2" destOrd="0" presId="urn:microsoft.com/office/officeart/2018/2/layout/IconVerticalSolidList"/>
    <dgm:cxn modelId="{768E278B-8A98-481D-B912-3F8702081E3A}" type="presParOf" srcId="{D5074B6B-5EDE-436F-BA29-BD467F723506}" destId="{29979130-E6A9-4E4A-9CF9-5A1B4C2F4CA3}" srcOrd="3" destOrd="0" presId="urn:microsoft.com/office/officeart/2018/2/layout/IconVerticalSolidList"/>
    <dgm:cxn modelId="{ACCC0ACB-A621-4D9D-9EA5-9383DC8040A1}" type="presParOf" srcId="{D5074B6B-5EDE-436F-BA29-BD467F723506}" destId="{F2406C61-1352-4127-A940-6A822C8F4DC5}" srcOrd="4" destOrd="0" presId="urn:microsoft.com/office/officeart/2018/2/layout/IconVerticalSolidList"/>
    <dgm:cxn modelId="{2F2545FA-7200-4798-A14B-25190C538A62}" type="presParOf" srcId="{96AB1B86-F256-4763-92C2-F092F9D0D1F0}" destId="{CC90523F-DF32-4C1E-B8B8-C04CBE1CAD97}" srcOrd="3" destOrd="0" presId="urn:microsoft.com/office/officeart/2018/2/layout/IconVerticalSolidList"/>
    <dgm:cxn modelId="{CA3736B8-D362-46B8-AE7D-BB055583FA9C}" type="presParOf" srcId="{96AB1B86-F256-4763-92C2-F092F9D0D1F0}" destId="{EDC7AC2B-92EB-4D92-AA4F-3C1789F0D073}" srcOrd="4" destOrd="0" presId="urn:microsoft.com/office/officeart/2018/2/layout/IconVerticalSolidList"/>
    <dgm:cxn modelId="{03A01021-7AA1-42CB-B655-3B1638E3CB7F}" type="presParOf" srcId="{EDC7AC2B-92EB-4D92-AA4F-3C1789F0D073}" destId="{4D2ADF4E-1483-427E-AAA4-98D3DE818825}" srcOrd="0" destOrd="0" presId="urn:microsoft.com/office/officeart/2018/2/layout/IconVerticalSolidList"/>
    <dgm:cxn modelId="{AAD1E70D-E053-49E0-9D19-5B4B7D605BB6}" type="presParOf" srcId="{EDC7AC2B-92EB-4D92-AA4F-3C1789F0D073}" destId="{861D23E5-202D-4BDF-B716-93F14007DA9D}" srcOrd="1" destOrd="0" presId="urn:microsoft.com/office/officeart/2018/2/layout/IconVerticalSolidList"/>
    <dgm:cxn modelId="{BFCB0477-8621-4DE1-B6F1-4DFBB02282CA}" type="presParOf" srcId="{EDC7AC2B-92EB-4D92-AA4F-3C1789F0D073}" destId="{FA7FEDE3-6761-47B9-BD02-E2A809319A1A}" srcOrd="2" destOrd="0" presId="urn:microsoft.com/office/officeart/2018/2/layout/IconVerticalSolidList"/>
    <dgm:cxn modelId="{D7D9EC57-9008-4432-8A4F-35E6312D3049}" type="presParOf" srcId="{EDC7AC2B-92EB-4D92-AA4F-3C1789F0D073}" destId="{605A2862-C769-4E3F-909C-9A7B343F67C6}" srcOrd="3" destOrd="0" presId="urn:microsoft.com/office/officeart/2018/2/layout/IconVerticalSolidList"/>
    <dgm:cxn modelId="{2F0949F4-ED3D-48BE-9969-E9CEF5AE4E4D}" type="presParOf" srcId="{EDC7AC2B-92EB-4D92-AA4F-3C1789F0D073}" destId="{919A25D8-7A5E-4231-B93A-7B85A552959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4347F6-60C3-4F3E-A959-362810E5684F}">
      <dsp:nvSpPr>
        <dsp:cNvPr id="0" name=""/>
        <dsp:cNvSpPr/>
      </dsp:nvSpPr>
      <dsp:spPr>
        <a:xfrm>
          <a:off x="0" y="55628"/>
          <a:ext cx="5181600" cy="1003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Carp were introduced in the 1970’s</a:t>
          </a:r>
        </a:p>
      </dsp:txBody>
      <dsp:txXfrm>
        <a:off x="49004" y="104632"/>
        <a:ext cx="5083592" cy="905852"/>
      </dsp:txXfrm>
    </dsp:sp>
    <dsp:sp modelId="{6D346BC5-B72B-4D70-8DA5-8D6225ED2A1E}">
      <dsp:nvSpPr>
        <dsp:cNvPr id="0" name=""/>
        <dsp:cNvSpPr/>
      </dsp:nvSpPr>
      <dsp:spPr>
        <a:xfrm>
          <a:off x="0" y="1134369"/>
          <a:ext cx="5181600" cy="1003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Outcompete native fish</a:t>
          </a:r>
        </a:p>
      </dsp:txBody>
      <dsp:txXfrm>
        <a:off x="49004" y="1183373"/>
        <a:ext cx="5083592" cy="905852"/>
      </dsp:txXfrm>
    </dsp:sp>
    <dsp:sp modelId="{91EE3319-5E9C-451F-ACF0-F3755A6F9434}">
      <dsp:nvSpPr>
        <dsp:cNvPr id="0" name=""/>
        <dsp:cNvSpPr/>
      </dsp:nvSpPr>
      <dsp:spPr>
        <a:xfrm>
          <a:off x="0" y="2213109"/>
          <a:ext cx="5181600" cy="1003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Degrades habitats</a:t>
          </a:r>
        </a:p>
      </dsp:txBody>
      <dsp:txXfrm>
        <a:off x="49004" y="2262113"/>
        <a:ext cx="5083592" cy="905852"/>
      </dsp:txXfrm>
    </dsp:sp>
    <dsp:sp modelId="{9C27F8CA-7FCF-4EF1-80C3-C7644B740B9D}">
      <dsp:nvSpPr>
        <dsp:cNvPr id="0" name=""/>
        <dsp:cNvSpPr/>
      </dsp:nvSpPr>
      <dsp:spPr>
        <a:xfrm>
          <a:off x="0" y="3291849"/>
          <a:ext cx="5181600" cy="1003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 the Mississippi as a highway for expansion</a:t>
          </a:r>
        </a:p>
      </dsp:txBody>
      <dsp:txXfrm>
        <a:off x="49004" y="3340853"/>
        <a:ext cx="5083592" cy="9058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243506-E926-47F6-97F7-7CBEE7F0B3FD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42D851-14DE-4921-BDCC-E604FA803D58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CE9E7F-384D-4E4B-B9FB-256F32AEF00A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 environmental data to identify high risk conditions for carp movement</a:t>
          </a:r>
        </a:p>
      </dsp:txBody>
      <dsp:txXfrm>
        <a:off x="1057183" y="1805"/>
        <a:ext cx="9458416" cy="915310"/>
      </dsp:txXfrm>
    </dsp:sp>
    <dsp:sp modelId="{4BBD77AB-62ED-46E7-ADC5-E8F9569F4E42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5DA41F-BA42-42FA-BE5C-176F04430FBD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1BD82-61F1-487C-8E6B-66D5E3A3A35E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Develop models that link carp movement to river and lock conditions</a:t>
          </a:r>
        </a:p>
      </dsp:txBody>
      <dsp:txXfrm>
        <a:off x="1057183" y="1145944"/>
        <a:ext cx="9458416" cy="915310"/>
      </dsp:txXfrm>
    </dsp:sp>
    <dsp:sp modelId="{B6FF5F91-1666-447A-AF11-3A2317C51557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8EA834-15C3-44E1-812A-1D890DB99711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BE45CC-F205-492B-9EF3-B33AC4149807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Map out high activity spots of invasive carp activity</a:t>
          </a:r>
        </a:p>
      </dsp:txBody>
      <dsp:txXfrm>
        <a:off x="1057183" y="2290082"/>
        <a:ext cx="9458416" cy="915310"/>
      </dsp:txXfrm>
    </dsp:sp>
    <dsp:sp modelId="{C9ED27CF-A7B1-470D-A0C3-D1A0FFD1F1A0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F41B8B-6BB0-4F68-910D-EC4E00B143A4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F7E857-7722-4D87-AE7E-CDB5174B4FDD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Predict when and where upstream movement is most likely to occur</a:t>
          </a:r>
        </a:p>
      </dsp:txBody>
      <dsp:txXfrm>
        <a:off x="1057183" y="3434221"/>
        <a:ext cx="9458416" cy="9153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4D905C-9C11-486A-BF42-3776D8A6F908}">
      <dsp:nvSpPr>
        <dsp:cNvPr id="0" name=""/>
        <dsp:cNvSpPr/>
      </dsp:nvSpPr>
      <dsp:spPr>
        <a:xfrm>
          <a:off x="0" y="0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4C97A0-EE52-48BB-BBFF-077A40D10066}">
      <dsp:nvSpPr>
        <dsp:cNvPr id="0" name=""/>
        <dsp:cNvSpPr/>
      </dsp:nvSpPr>
      <dsp:spPr>
        <a:xfrm>
          <a:off x="0" y="0"/>
          <a:ext cx="6172199" cy="1218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Data is from 2017-2018 obtained by the U.S. Army Corps of Engineers and distributed by ScienceBase</a:t>
          </a:r>
        </a:p>
      </dsp:txBody>
      <dsp:txXfrm>
        <a:off x="0" y="0"/>
        <a:ext cx="6172199" cy="1218406"/>
      </dsp:txXfrm>
    </dsp:sp>
    <dsp:sp modelId="{840AC6E0-C245-4F3D-A898-2D35094C01AF}">
      <dsp:nvSpPr>
        <dsp:cNvPr id="0" name=""/>
        <dsp:cNvSpPr/>
      </dsp:nvSpPr>
      <dsp:spPr>
        <a:xfrm>
          <a:off x="0" y="1218406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CC468F-19EC-4CE4-BD8C-AC5498EB154B}">
      <dsp:nvSpPr>
        <dsp:cNvPr id="0" name=""/>
        <dsp:cNvSpPr/>
      </dsp:nvSpPr>
      <dsp:spPr>
        <a:xfrm>
          <a:off x="0" y="1218406"/>
          <a:ext cx="6172199" cy="1218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study location was the Mississippi River at Lock and Dam 19 near Keokuk, Iowa</a:t>
          </a:r>
        </a:p>
      </dsp:txBody>
      <dsp:txXfrm>
        <a:off x="0" y="1218406"/>
        <a:ext cx="6172199" cy="1218406"/>
      </dsp:txXfrm>
    </dsp:sp>
    <dsp:sp modelId="{F639473A-00E4-4F84-A029-8DCFF63A9E1D}">
      <dsp:nvSpPr>
        <dsp:cNvPr id="0" name=""/>
        <dsp:cNvSpPr/>
      </dsp:nvSpPr>
      <dsp:spPr>
        <a:xfrm>
          <a:off x="0" y="2436812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BAA2DF-A44F-4BA8-9EC7-8AF020489D0E}">
      <dsp:nvSpPr>
        <dsp:cNvPr id="0" name=""/>
        <dsp:cNvSpPr/>
      </dsp:nvSpPr>
      <dsp:spPr>
        <a:xfrm>
          <a:off x="0" y="2436812"/>
          <a:ext cx="6172199" cy="1218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Some key features surrounding fish level attributes are species, length, and weight</a:t>
          </a:r>
        </a:p>
      </dsp:txBody>
      <dsp:txXfrm>
        <a:off x="0" y="2436812"/>
        <a:ext cx="6172199" cy="1218406"/>
      </dsp:txXfrm>
    </dsp:sp>
    <dsp:sp modelId="{DA3B4511-C05B-4FF7-8F46-4A267B07BD75}">
      <dsp:nvSpPr>
        <dsp:cNvPr id="0" name=""/>
        <dsp:cNvSpPr/>
      </dsp:nvSpPr>
      <dsp:spPr>
        <a:xfrm>
          <a:off x="0" y="3655218"/>
          <a:ext cx="617219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6D42C3-0994-4016-8AF9-6232AB11E8AF}">
      <dsp:nvSpPr>
        <dsp:cNvPr id="0" name=""/>
        <dsp:cNvSpPr/>
      </dsp:nvSpPr>
      <dsp:spPr>
        <a:xfrm>
          <a:off x="0" y="3655218"/>
          <a:ext cx="6172199" cy="1218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Predictive features include season, water temperature, and passage indicators</a:t>
          </a:r>
        </a:p>
      </dsp:txBody>
      <dsp:txXfrm>
        <a:off x="0" y="3655218"/>
        <a:ext cx="6172199" cy="12184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EEE13C-7CBE-418A-AA51-3821F5318422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9C6B44-811C-495E-A87E-F5B87B8145CF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039BD8-D9C4-4404-8671-6A11A8189921}">
      <dsp:nvSpPr>
        <dsp:cNvPr id="0" name=""/>
        <dsp:cNvSpPr/>
      </dsp:nvSpPr>
      <dsp:spPr>
        <a:xfrm>
          <a:off x="1435590" y="531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Spatial Modeling</a:t>
          </a:r>
        </a:p>
      </dsp:txBody>
      <dsp:txXfrm>
        <a:off x="1435590" y="531"/>
        <a:ext cx="4732020" cy="1242935"/>
      </dsp:txXfrm>
    </dsp:sp>
    <dsp:sp modelId="{8A075483-58A0-4EFC-94CF-96DEC9F9DDCC}">
      <dsp:nvSpPr>
        <dsp:cNvPr id="0" name=""/>
        <dsp:cNvSpPr/>
      </dsp:nvSpPr>
      <dsp:spPr>
        <a:xfrm>
          <a:off x="6167610" y="531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Identify where and when is carp activity the highest</a:t>
          </a:r>
        </a:p>
      </dsp:txBody>
      <dsp:txXfrm>
        <a:off x="6167610" y="531"/>
        <a:ext cx="4347989" cy="1242935"/>
      </dsp:txXfrm>
    </dsp:sp>
    <dsp:sp modelId="{A13A75EF-9630-4710-B503-BD93A18FB5D2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112422-9F91-4AAB-8B5D-7CA186DD21AD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979130-E6A9-4E4A-9CF9-5A1B4C2F4CA3}">
      <dsp:nvSpPr>
        <dsp:cNvPr id="0" name=""/>
        <dsp:cNvSpPr/>
      </dsp:nvSpPr>
      <dsp:spPr>
        <a:xfrm>
          <a:off x="1435590" y="1554201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Risk Modeling</a:t>
          </a:r>
        </a:p>
      </dsp:txBody>
      <dsp:txXfrm>
        <a:off x="1435590" y="1554201"/>
        <a:ext cx="4732020" cy="1242935"/>
      </dsp:txXfrm>
    </dsp:sp>
    <dsp:sp modelId="{F2406C61-1352-4127-A940-6A822C8F4DC5}">
      <dsp:nvSpPr>
        <dsp:cNvPr id="0" name=""/>
        <dsp:cNvSpPr/>
      </dsp:nvSpPr>
      <dsp:spPr>
        <a:xfrm>
          <a:off x="6167610" y="1554201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Assess environmental conditions that create upstream passage risk</a:t>
          </a:r>
        </a:p>
      </dsp:txBody>
      <dsp:txXfrm>
        <a:off x="6167610" y="1554201"/>
        <a:ext cx="4347989" cy="1242935"/>
      </dsp:txXfrm>
    </dsp:sp>
    <dsp:sp modelId="{4D2ADF4E-1483-427E-AAA4-98D3DE818825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1D23E5-202D-4BDF-B716-93F14007DA9D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5A2862-C769-4E3F-909C-9A7B343F67C6}">
      <dsp:nvSpPr>
        <dsp:cNvPr id="0" name=""/>
        <dsp:cNvSpPr/>
      </dsp:nvSpPr>
      <dsp:spPr>
        <a:xfrm>
          <a:off x="1435590" y="3107870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Random Forest</a:t>
          </a:r>
        </a:p>
      </dsp:txBody>
      <dsp:txXfrm>
        <a:off x="1435590" y="3107870"/>
        <a:ext cx="4732020" cy="1242935"/>
      </dsp:txXfrm>
    </dsp:sp>
    <dsp:sp modelId="{919A25D8-7A5E-4231-B93A-7B85A552959C}">
      <dsp:nvSpPr>
        <dsp:cNvPr id="0" name=""/>
        <dsp:cNvSpPr/>
      </dsp:nvSpPr>
      <dsp:spPr>
        <a:xfrm>
          <a:off x="6167610" y="3107870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Determine which variables are most impactful in predicting carp movement</a:t>
          </a:r>
        </a:p>
      </dsp:txBody>
      <dsp:txXfrm>
        <a:off x="6167610" y="3107870"/>
        <a:ext cx="434798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570" y="1122363"/>
            <a:ext cx="7315199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3602038"/>
            <a:ext cx="7315199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BA1B-DDA8-3F42-87AD-7D1A6372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306E680-6A26-9C48-87BF-4368862B9A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536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570" y="1122363"/>
            <a:ext cx="7315199" cy="238760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3602038"/>
            <a:ext cx="7315199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BA1B-DDA8-3F42-87AD-7D1A6372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955C273-3410-C447-B8B7-5FDFF0F32A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153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5C75-2456-E24C-A74E-E3F68183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5908F-63CC-1B4E-947D-0F7354761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3A58-FFD8-4940-A7F0-8B2B57C9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E6D3E-6D5E-D349-938B-E0B3301A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B6C36-FD1B-BE4B-974D-B33D0A7B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39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CD9A-4C4D-C04D-B628-4D6821CF9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6D619-9256-5342-BA68-AA592831F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52CD-DA0F-E044-884E-A857BA13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41647-D227-6B41-9AD6-182E7AE9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12F90-7608-D14B-BE6C-B6E7C3BF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1F2DD4F-54D8-DF4E-89F0-75242AE73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453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55F1-41C9-F741-ABCA-148F72FF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8B0D0-CB2A-5B49-AFAE-C401DC85D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FA190-6116-CE4E-880A-2A5FD5E9F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6A325-B878-6048-96EA-AD37D914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94E63-81BD-D34E-9FB6-590D87A2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2F3FA-6596-F141-A53F-FDEC5D0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42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86C4-8A82-2E47-BA0A-3B4FD275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DAD30-26CB-894D-B249-16631B50F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E37DF-FCA3-9345-8F1B-3B2DEECC3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A7F32-108C-0147-BF1C-151D18579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A79B9-C154-E741-8BC5-8B95F0D25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3A23CC-9985-5B43-B4F5-7A65FBBBB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A89551-72F1-6A40-B02D-98C9990F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3ACEE8-777A-5940-9519-1D826BCA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24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0DEB-C558-DB4D-9DBB-60DA77C0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A75B9-E07E-614C-9F6C-7943A325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6482A-9624-104B-AFF8-5DE40120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B9DE2-8332-1E4D-806B-6DDB7838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11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0AD24-3C30-D545-822F-3EF5F7FE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1DBBA-BE87-D441-B84D-D8F2DAF1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2A5FB-A616-8D45-9939-E7B33461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49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ADA5-6E94-DB46-948A-CE55B225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03E3-1AEE-0E46-A78B-8B0925632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0A59D-5684-1941-8033-29499AF5C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289D9-B751-654C-8849-B701A52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A2888-A517-7A40-9678-F86659CA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86589-428D-8542-B91B-AA693B17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8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A8F6-F979-A948-9E97-51A384265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DC9482-4942-9A42-9B6B-9A6D0C3F5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BD93E-E334-794F-AAA4-ED2738BD9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2F737-FC71-3D41-A122-65FFC918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97691-9973-4B46-AE83-6A5F333C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99189-E24D-B94A-A884-A8AF80D2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64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39EF-4096-1A49-9AD4-0655F121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2AF70-1E65-534B-9153-913A0A9E4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ECE82-C65F-6B43-ABA4-3EB66445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09C77-D8D0-FB43-910C-1F490306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FDC7-F78C-EE40-982D-9189AE7D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9132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DA1A7-5913-1444-B7D0-0B55BA2D7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05413-85D9-A548-83D7-268A900CC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033B9-EFDB-514F-8EDA-0D81C8C45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CC90F-E680-5346-AB4F-97427157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E2FA6-882C-6645-8A51-A07C0F71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670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9A89C3-E6FA-684D-8BAE-1760B34F554E}"/>
              </a:ext>
            </a:extLst>
          </p:cNvPr>
          <p:cNvSpPr/>
          <p:nvPr userDrawn="1"/>
        </p:nvSpPr>
        <p:spPr>
          <a:xfrm>
            <a:off x="0" y="6356350"/>
            <a:ext cx="12192000" cy="501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1C330-0F02-8249-82EC-9F3A278C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3E27E-2040-824D-B637-1C07F3E06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D629B-BAF4-A343-8BF1-1572AB380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8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C171DC17-4A50-5F49-AEC7-C955C81B92E5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F82B-A72E-B848-BB19-0207CDE46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82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620FE-B066-7C49-9BDF-AF56CC193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8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9B8F8C4-05A7-DC4E-8BB7-4202EC4ACBF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A6F54A4B-B617-B54F-B600-5EFC28C265A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056147" y="185741"/>
            <a:ext cx="961397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96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0DA4-D291-4B42-B1AF-848E941EB3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569" y="1584325"/>
            <a:ext cx="7315199" cy="23876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Modeling Invasive Carp Passage Risk in the Mississippi River</a:t>
            </a:r>
            <a:endParaRPr lang="en-US" dirty="0"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7951D-6AED-F64B-AB8D-89218E91D0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69" y="4079875"/>
            <a:ext cx="7315199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Caleb Bush 1/20/26</a:t>
            </a:r>
          </a:p>
        </p:txBody>
      </p:sp>
    </p:spTree>
    <p:extLst>
      <p:ext uri="{BB962C8B-B14F-4D97-AF65-F5344CB8AC3E}">
        <p14:creationId xmlns:p14="http://schemas.microsoft.com/office/powerpoint/2010/main" val="1272097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95339-9312-218A-2D2C-BBDBE28C8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Project Idea Background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6719FD-1D46-D4F9-4BBD-8AAF9248575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65834" y="2182761"/>
            <a:ext cx="5753967" cy="3629943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65DA88A-C666-9F31-0368-31C74A1B80C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59023479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80414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B79F6-6F02-7748-1279-7D1640909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Project Problem Solution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EFBE82-66D5-2869-F262-AD25A819CC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675095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20200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2DF4F-40AB-2D32-2AD6-DBF269B30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987429"/>
            <a:ext cx="3932237" cy="459658"/>
          </a:xfrm>
        </p:spPr>
        <p:txBody>
          <a:bodyPr anchor="b">
            <a:noAutofit/>
          </a:bodyPr>
          <a:lstStyle/>
          <a:p>
            <a:r>
              <a:rPr lang="en-US" sz="3300" dirty="0"/>
              <a:t>The Dataset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7DD7B37-21A7-E95D-FC04-CB9E40DFE3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369771"/>
              </p:ext>
            </p:extLst>
          </p:nvPr>
        </p:nvGraphicFramePr>
        <p:xfrm>
          <a:off x="5183188" y="987429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A3516FD-46E7-0FE1-00CC-26CB6A49E0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12" y="1447087"/>
            <a:ext cx="3558407" cy="39268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51112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110F9-614C-A7AB-F0A8-9C793C35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Models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C94571-C9BA-6C0A-133F-0DA30517FF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365531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1899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1358F-4CF6-0D2A-DE7C-5944EFB20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570" y="0"/>
            <a:ext cx="7315199" cy="2387600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D0CB3-5242-0136-A451-9CB673E09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2672862"/>
            <a:ext cx="7876175" cy="2584938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Invasive carp movement risk varies across time and area</a:t>
            </a:r>
          </a:p>
          <a:p>
            <a:endParaRPr lang="en-US" sz="2400" dirty="0"/>
          </a:p>
          <a:p>
            <a:r>
              <a:rPr lang="en-US" sz="2400" dirty="0"/>
              <a:t>Environmental and human factors influence upstream passage risk</a:t>
            </a:r>
          </a:p>
          <a:p>
            <a:endParaRPr lang="en-US" sz="2400" dirty="0"/>
          </a:p>
          <a:p>
            <a:r>
              <a:rPr lang="en-US" sz="2400" dirty="0"/>
              <a:t>Predictive models can provide actionable insights for management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8356851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Bellarmine Palet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52836"/>
      </a:accent1>
      <a:accent2>
        <a:srgbClr val="697970"/>
      </a:accent2>
      <a:accent3>
        <a:srgbClr val="C8C8C8"/>
      </a:accent3>
      <a:accent4>
        <a:srgbClr val="F7BE00"/>
      </a:accent4>
      <a:accent5>
        <a:srgbClr val="00677F"/>
      </a:accent5>
      <a:accent6>
        <a:srgbClr val="4D4D4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ndard Screen Bellarmine Template" id="{109F2BBD-B805-0C47-8BE1-EE5FD54F39DA}" vid="{7B5311A2-F663-764E-9F9C-04F6C47E4F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201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1_Office Theme</vt:lpstr>
      <vt:lpstr>Modeling Invasive Carp Passage Risk in the Mississippi River</vt:lpstr>
      <vt:lpstr>Project Idea Background</vt:lpstr>
      <vt:lpstr>Project Problem Solution</vt:lpstr>
      <vt:lpstr>The Dataset</vt:lpstr>
      <vt:lpstr>Models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Caleb H. Bush</dc:creator>
  <cp:lastModifiedBy>Caleb H. Bush</cp:lastModifiedBy>
  <cp:revision>2</cp:revision>
  <dcterms:created xsi:type="dcterms:W3CDTF">2026-01-19T15:02:19Z</dcterms:created>
  <dcterms:modified xsi:type="dcterms:W3CDTF">2026-01-19T19:44:24Z</dcterms:modified>
</cp:coreProperties>
</file>